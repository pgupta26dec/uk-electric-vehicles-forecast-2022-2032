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4658" r:id="rId4"/>
  </p:sldMasterIdLst>
  <p:notesMasterIdLst>
    <p:notesMasterId r:id="rId17"/>
  </p:notesMasterIdLst>
  <p:handoutMasterIdLst>
    <p:handoutMasterId r:id="rId18"/>
  </p:handoutMasterIdLst>
  <p:sldIdLst>
    <p:sldId id="1089" r:id="rId5"/>
    <p:sldId id="1091" r:id="rId6"/>
    <p:sldId id="1092" r:id="rId7"/>
    <p:sldId id="1101" r:id="rId8"/>
    <p:sldId id="1093" r:id="rId9"/>
    <p:sldId id="1096" r:id="rId10"/>
    <p:sldId id="1094" r:id="rId11"/>
    <p:sldId id="1095" r:id="rId12"/>
    <p:sldId id="1097" r:id="rId13"/>
    <p:sldId id="1099" r:id="rId14"/>
    <p:sldId id="1100" r:id="rId15"/>
    <p:sldId id="1098" r:id="rId16"/>
  </p:sldIdLst>
  <p:sldSz cx="12188825" cy="6858000"/>
  <p:notesSz cx="7010400" cy="92964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libri Light" panose="020F0302020204030204" pitchFamily="34" charset="0"/>
      <p:regular r:id="rId23"/>
      <p:italic r:id="rId24"/>
    </p:embeddedFont>
  </p:embeddedFontLst>
  <p:defaultTextStyle>
    <a:defPPr>
      <a:defRPr lang="en-US"/>
    </a:defPPr>
    <a:lvl1pPr marL="0" algn="l" defTabSz="6092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265" algn="l" defTabSz="6092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530" algn="l" defTabSz="6092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7795" algn="l" defTabSz="6092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060" algn="l" defTabSz="6092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6323" algn="l" defTabSz="6092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5590" algn="l" defTabSz="6092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4853" algn="l" defTabSz="6092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4119" algn="l" defTabSz="6092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orient="horz" pos="187" userDrawn="1">
          <p15:clr>
            <a:srgbClr val="A4A3A4"/>
          </p15:clr>
        </p15:guide>
        <p15:guide id="3" pos="256" userDrawn="1">
          <p15:clr>
            <a:srgbClr val="A4A3A4"/>
          </p15:clr>
        </p15:guide>
        <p15:guide id="4" pos="74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rrushing" initials="" lastIdx="14" clrIdx="0"/>
  <p:cmAuthor id="1" name="Rhett Cordisco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E9ECEF"/>
    <a:srgbClr val="F4F6F8"/>
    <a:srgbClr val="196AE3"/>
    <a:srgbClr val="A6B5CD"/>
    <a:srgbClr val="E3E7EB"/>
    <a:srgbClr val="68A521"/>
    <a:srgbClr val="262B54"/>
    <a:srgbClr val="0F55C9"/>
    <a:srgbClr val="14B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96A668-3E4A-4A14-9999-97F6BF4DDC34}" v="169" dt="2022-07-18T11:42:01.9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1429" autoAdjust="0"/>
  </p:normalViewPr>
  <p:slideViewPr>
    <p:cSldViewPr snapToGrid="0">
      <p:cViewPr varScale="1">
        <p:scale>
          <a:sx n="97" d="100"/>
          <a:sy n="97" d="100"/>
        </p:scale>
        <p:origin x="55" y="118"/>
      </p:cViewPr>
      <p:guideLst>
        <p:guide orient="horz" pos="3748"/>
        <p:guide orient="horz" pos="187"/>
        <p:guide pos="256"/>
        <p:guide pos="742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5" d="100"/>
        <a:sy n="55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3112" y="20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Prashansa (CAI - Home Based/Remote)" userId="099951bb-e7bf-4a00-a052-43aa7d161985" providerId="ADAL" clId="{B796A668-3E4A-4A14-9999-97F6BF4DDC34}"/>
    <pc:docChg chg="undo custSel addSld delSld modSld">
      <pc:chgData name="Gupta, Prashansa (CAI - Home Based/Remote)" userId="099951bb-e7bf-4a00-a052-43aa7d161985" providerId="ADAL" clId="{B796A668-3E4A-4A14-9999-97F6BF4DDC34}" dt="2022-07-18T11:42:14.214" v="2343" actId="14100"/>
      <pc:docMkLst>
        <pc:docMk/>
      </pc:docMkLst>
      <pc:sldChg chg="modSp mod">
        <pc:chgData name="Gupta, Prashansa (CAI - Home Based/Remote)" userId="099951bb-e7bf-4a00-a052-43aa7d161985" providerId="ADAL" clId="{B796A668-3E4A-4A14-9999-97F6BF4DDC34}" dt="2022-07-15T17:13:26.844" v="1822" actId="20577"/>
        <pc:sldMkLst>
          <pc:docMk/>
          <pc:sldMk cId="3052490973" sldId="1091"/>
        </pc:sldMkLst>
        <pc:spChg chg="mod">
          <ac:chgData name="Gupta, Prashansa (CAI - Home Based/Remote)" userId="099951bb-e7bf-4a00-a052-43aa7d161985" providerId="ADAL" clId="{B796A668-3E4A-4A14-9999-97F6BF4DDC34}" dt="2022-07-15T15:48:16.102" v="298" actId="20577"/>
          <ac:spMkLst>
            <pc:docMk/>
            <pc:sldMk cId="3052490973" sldId="1091"/>
            <ac:spMk id="8" creationId="{0E99F8D3-F906-4AAA-9462-02481797CD75}"/>
          </ac:spMkLst>
        </pc:spChg>
        <pc:spChg chg="mod">
          <ac:chgData name="Gupta, Prashansa (CAI - Home Based/Remote)" userId="099951bb-e7bf-4a00-a052-43aa7d161985" providerId="ADAL" clId="{B796A668-3E4A-4A14-9999-97F6BF4DDC34}" dt="2022-07-15T15:52:25.070" v="316" actId="20577"/>
          <ac:spMkLst>
            <pc:docMk/>
            <pc:sldMk cId="3052490973" sldId="1091"/>
            <ac:spMk id="13" creationId="{18EF03B9-9306-4A3B-8092-9875DA4214DE}"/>
          </ac:spMkLst>
        </pc:spChg>
        <pc:spChg chg="mod">
          <ac:chgData name="Gupta, Prashansa (CAI - Home Based/Remote)" userId="099951bb-e7bf-4a00-a052-43aa7d161985" providerId="ADAL" clId="{B796A668-3E4A-4A14-9999-97F6BF4DDC34}" dt="2022-07-15T17:12:03.778" v="1802" actId="20577"/>
          <ac:spMkLst>
            <pc:docMk/>
            <pc:sldMk cId="3052490973" sldId="1091"/>
            <ac:spMk id="14" creationId="{0FE084CF-8E5C-44F7-A090-5E1411924E7A}"/>
          </ac:spMkLst>
        </pc:spChg>
        <pc:spChg chg="mod">
          <ac:chgData name="Gupta, Prashansa (CAI - Home Based/Remote)" userId="099951bb-e7bf-4a00-a052-43aa7d161985" providerId="ADAL" clId="{B796A668-3E4A-4A14-9999-97F6BF4DDC34}" dt="2022-07-15T15:55:07.991" v="344" actId="20577"/>
          <ac:spMkLst>
            <pc:docMk/>
            <pc:sldMk cId="3052490973" sldId="1091"/>
            <ac:spMk id="15" creationId="{7032DE67-0124-4BD2-8E51-B1B242880460}"/>
          </ac:spMkLst>
        </pc:spChg>
        <pc:spChg chg="mod">
          <ac:chgData name="Gupta, Prashansa (CAI - Home Based/Remote)" userId="099951bb-e7bf-4a00-a052-43aa7d161985" providerId="ADAL" clId="{B796A668-3E4A-4A14-9999-97F6BF4DDC34}" dt="2022-07-15T15:54:34.038" v="340" actId="20577"/>
          <ac:spMkLst>
            <pc:docMk/>
            <pc:sldMk cId="3052490973" sldId="1091"/>
            <ac:spMk id="16" creationId="{42A30441-27F1-4F4D-94D6-DEA115836721}"/>
          </ac:spMkLst>
        </pc:spChg>
        <pc:spChg chg="mod">
          <ac:chgData name="Gupta, Prashansa (CAI - Home Based/Remote)" userId="099951bb-e7bf-4a00-a052-43aa7d161985" providerId="ADAL" clId="{B796A668-3E4A-4A14-9999-97F6BF4DDC34}" dt="2022-07-15T17:12:56.193" v="1812" actId="20577"/>
          <ac:spMkLst>
            <pc:docMk/>
            <pc:sldMk cId="3052490973" sldId="1091"/>
            <ac:spMk id="18" creationId="{6D7BFD88-C66E-4757-A77D-C14D03CA18F7}"/>
          </ac:spMkLst>
        </pc:spChg>
        <pc:spChg chg="mod">
          <ac:chgData name="Gupta, Prashansa (CAI - Home Based/Remote)" userId="099951bb-e7bf-4a00-a052-43aa7d161985" providerId="ADAL" clId="{B796A668-3E4A-4A14-9999-97F6BF4DDC34}" dt="2022-07-15T17:13:26.844" v="1822" actId="20577"/>
          <ac:spMkLst>
            <pc:docMk/>
            <pc:sldMk cId="3052490973" sldId="1091"/>
            <ac:spMk id="19" creationId="{A14DC2CA-0542-4CE6-B592-427E1CD4AE59}"/>
          </ac:spMkLst>
        </pc:spChg>
      </pc:sldChg>
      <pc:sldChg chg="addSp delSp modSp mod">
        <pc:chgData name="Gupta, Prashansa (CAI - Home Based/Remote)" userId="099951bb-e7bf-4a00-a052-43aa7d161985" providerId="ADAL" clId="{B796A668-3E4A-4A14-9999-97F6BF4DDC34}" dt="2022-07-15T16:59:01.813" v="1795" actId="20577"/>
        <pc:sldMkLst>
          <pc:docMk/>
          <pc:sldMk cId="2546304327" sldId="1092"/>
        </pc:sldMkLst>
        <pc:spChg chg="mod">
          <ac:chgData name="Gupta, Prashansa (CAI - Home Based/Remote)" userId="099951bb-e7bf-4a00-a052-43aa7d161985" providerId="ADAL" clId="{B796A668-3E4A-4A14-9999-97F6BF4DDC34}" dt="2022-07-15T16:12:56.313" v="482" actId="20577"/>
          <ac:spMkLst>
            <pc:docMk/>
            <pc:sldMk cId="2546304327" sldId="1092"/>
            <ac:spMk id="3" creationId="{DDBA5E58-5D36-C743-9A20-191B041F4833}"/>
          </ac:spMkLst>
        </pc:spChg>
        <pc:spChg chg="del">
          <ac:chgData name="Gupta, Prashansa (CAI - Home Based/Remote)" userId="099951bb-e7bf-4a00-a052-43aa7d161985" providerId="ADAL" clId="{B796A668-3E4A-4A14-9999-97F6BF4DDC34}" dt="2022-07-15T16:28:03.610" v="1127"/>
          <ac:spMkLst>
            <pc:docMk/>
            <pc:sldMk cId="2546304327" sldId="1092"/>
            <ac:spMk id="10" creationId="{085558EE-0E73-4D62-BFA8-B16F392C0F1F}"/>
          </ac:spMkLst>
        </pc:spChg>
        <pc:spChg chg="add mod">
          <ac:chgData name="Gupta, Prashansa (CAI - Home Based/Remote)" userId="099951bb-e7bf-4a00-a052-43aa7d161985" providerId="ADAL" clId="{B796A668-3E4A-4A14-9999-97F6BF4DDC34}" dt="2022-07-15T16:59:01.813" v="1795" actId="20577"/>
          <ac:spMkLst>
            <pc:docMk/>
            <pc:sldMk cId="2546304327" sldId="1092"/>
            <ac:spMk id="11" creationId="{173446B1-CBEC-8BBC-6778-935714C5E5C7}"/>
          </ac:spMkLst>
        </pc:spChg>
        <pc:graphicFrameChg chg="add mod">
          <ac:chgData name="Gupta, Prashansa (CAI - Home Based/Remote)" userId="099951bb-e7bf-4a00-a052-43aa7d161985" providerId="ADAL" clId="{B796A668-3E4A-4A14-9999-97F6BF4DDC34}" dt="2022-07-15T16:13:02.928" v="486"/>
          <ac:graphicFrameMkLst>
            <pc:docMk/>
            <pc:sldMk cId="2546304327" sldId="1092"/>
            <ac:graphicFrameMk id="6" creationId="{3E5D168F-C576-6DF2-B47E-3B69103E4853}"/>
          </ac:graphicFrameMkLst>
        </pc:graphicFrameChg>
        <pc:graphicFrameChg chg="add del mod">
          <ac:chgData name="Gupta, Prashansa (CAI - Home Based/Remote)" userId="099951bb-e7bf-4a00-a052-43aa7d161985" providerId="ADAL" clId="{B796A668-3E4A-4A14-9999-97F6BF4DDC34}" dt="2022-07-15T16:35:01.585" v="1514" actId="478"/>
          <ac:graphicFrameMkLst>
            <pc:docMk/>
            <pc:sldMk cId="2546304327" sldId="1092"/>
            <ac:graphicFrameMk id="7" creationId="{3E5D168F-C576-6DF2-B47E-3B69103E4853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5T16:13:28.619" v="495"/>
          <ac:graphicFrameMkLst>
            <pc:docMk/>
            <pc:sldMk cId="2546304327" sldId="1092"/>
            <ac:graphicFrameMk id="8" creationId="{EACFE2DC-181C-6990-076D-5E61EBFB5351}"/>
          </ac:graphicFrameMkLst>
        </pc:graphicFrameChg>
        <pc:graphicFrameChg chg="add del mod">
          <ac:chgData name="Gupta, Prashansa (CAI - Home Based/Remote)" userId="099951bb-e7bf-4a00-a052-43aa7d161985" providerId="ADAL" clId="{B796A668-3E4A-4A14-9999-97F6BF4DDC34}" dt="2022-07-15T16:35:22.135" v="1523" actId="478"/>
          <ac:graphicFrameMkLst>
            <pc:docMk/>
            <pc:sldMk cId="2546304327" sldId="1092"/>
            <ac:graphicFrameMk id="9" creationId="{EACFE2DC-181C-6990-076D-5E61EBFB5351}"/>
          </ac:graphicFrameMkLst>
        </pc:graphicFrameChg>
        <pc:graphicFrameChg chg="add del mod">
          <ac:chgData name="Gupta, Prashansa (CAI - Home Based/Remote)" userId="099951bb-e7bf-4a00-a052-43aa7d161985" providerId="ADAL" clId="{B796A668-3E4A-4A14-9999-97F6BF4DDC34}" dt="2022-07-15T16:35:08.705" v="1515" actId="478"/>
          <ac:graphicFrameMkLst>
            <pc:docMk/>
            <pc:sldMk cId="2546304327" sldId="1092"/>
            <ac:graphicFrameMk id="13" creationId="{3E5D168F-C576-6DF2-B47E-3B69103E4853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5T16:35:11.673" v="1518"/>
          <ac:graphicFrameMkLst>
            <pc:docMk/>
            <pc:sldMk cId="2546304327" sldId="1092"/>
            <ac:graphicFrameMk id="14" creationId="{3E5D168F-C576-6DF2-B47E-3B69103E4853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5T16:35:45.309" v="1533" actId="14100"/>
          <ac:graphicFrameMkLst>
            <pc:docMk/>
            <pc:sldMk cId="2546304327" sldId="1092"/>
            <ac:graphicFrameMk id="15" creationId="{3E5D168F-C576-6DF2-B47E-3B69103E4853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5T16:35:29.192" v="1526"/>
          <ac:graphicFrameMkLst>
            <pc:docMk/>
            <pc:sldMk cId="2546304327" sldId="1092"/>
            <ac:graphicFrameMk id="16" creationId="{EACFE2DC-181C-6990-076D-5E61EBFB5351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5T16:35:51.854" v="1535" actId="14100"/>
          <ac:graphicFrameMkLst>
            <pc:docMk/>
            <pc:sldMk cId="2546304327" sldId="1092"/>
            <ac:graphicFrameMk id="17" creationId="{EACFE2DC-181C-6990-076D-5E61EBFB5351}"/>
          </ac:graphicFrameMkLst>
        </pc:graphicFrameChg>
        <pc:picChg chg="del">
          <ac:chgData name="Gupta, Prashansa (CAI - Home Based/Remote)" userId="099951bb-e7bf-4a00-a052-43aa7d161985" providerId="ADAL" clId="{B796A668-3E4A-4A14-9999-97F6BF4DDC34}" dt="2022-07-15T16:12:57.785" v="483" actId="478"/>
          <ac:picMkLst>
            <pc:docMk/>
            <pc:sldMk cId="2546304327" sldId="1092"/>
            <ac:picMk id="12" creationId="{C428D46C-E24D-48C7-B2CA-BA4AFD383C34}"/>
          </ac:picMkLst>
        </pc:picChg>
      </pc:sldChg>
      <pc:sldChg chg="addSp delSp modSp mod">
        <pc:chgData name="Gupta, Prashansa (CAI - Home Based/Remote)" userId="099951bb-e7bf-4a00-a052-43aa7d161985" providerId="ADAL" clId="{B796A668-3E4A-4A14-9999-97F6BF4DDC34}" dt="2022-07-18T11:39:12.106" v="2319" actId="20577"/>
        <pc:sldMkLst>
          <pc:docMk/>
          <pc:sldMk cId="3801317912" sldId="1093"/>
        </pc:sldMkLst>
        <pc:spChg chg="mod">
          <ac:chgData name="Gupta, Prashansa (CAI - Home Based/Remote)" userId="099951bb-e7bf-4a00-a052-43aa7d161985" providerId="ADAL" clId="{B796A668-3E4A-4A14-9999-97F6BF4DDC34}" dt="2022-07-18T11:39:12.106" v="2319" actId="20577"/>
          <ac:spMkLst>
            <pc:docMk/>
            <pc:sldMk cId="3801317912" sldId="1093"/>
            <ac:spMk id="3" creationId="{DDBA5E58-5D36-C743-9A20-191B041F4833}"/>
          </ac:spMkLst>
        </pc:spChg>
        <pc:graphicFrameChg chg="del mod modGraphic">
          <ac:chgData name="Gupta, Prashansa (CAI - Home Based/Remote)" userId="099951bb-e7bf-4a00-a052-43aa7d161985" providerId="ADAL" clId="{B796A668-3E4A-4A14-9999-97F6BF4DDC34}" dt="2022-07-15T16:06:29.984" v="425" actId="478"/>
          <ac:graphicFrameMkLst>
            <pc:docMk/>
            <pc:sldMk cId="3801317912" sldId="1093"/>
            <ac:graphicFrameMk id="4" creationId="{F59DCA5E-DADB-412F-88D7-4634483B8A85}"/>
          </ac:graphicFrameMkLst>
        </pc:graphicFrameChg>
        <pc:graphicFrameChg chg="add del mod">
          <ac:chgData name="Gupta, Prashansa (CAI - Home Based/Remote)" userId="099951bb-e7bf-4a00-a052-43aa7d161985" providerId="ADAL" clId="{B796A668-3E4A-4A14-9999-97F6BF4DDC34}" dt="2022-07-15T16:05:34.258" v="411"/>
          <ac:graphicFrameMkLst>
            <pc:docMk/>
            <pc:sldMk cId="3801317912" sldId="1093"/>
            <ac:graphicFrameMk id="6" creationId="{9F584D87-C3D9-0778-8156-C23D335FA4E8}"/>
          </ac:graphicFrameMkLst>
        </pc:graphicFrameChg>
        <pc:graphicFrameChg chg="add mod modGraphic">
          <ac:chgData name="Gupta, Prashansa (CAI - Home Based/Remote)" userId="099951bb-e7bf-4a00-a052-43aa7d161985" providerId="ADAL" clId="{B796A668-3E4A-4A14-9999-97F6BF4DDC34}" dt="2022-07-15T16:10:47.803" v="468" actId="122"/>
          <ac:graphicFrameMkLst>
            <pc:docMk/>
            <pc:sldMk cId="3801317912" sldId="1093"/>
            <ac:graphicFrameMk id="8" creationId="{9427AD56-7448-681C-ECD3-41C4D377C282}"/>
          </ac:graphicFrameMkLst>
        </pc:graphicFrameChg>
        <pc:graphicFrameChg chg="add del mod">
          <ac:chgData name="Gupta, Prashansa (CAI - Home Based/Remote)" userId="099951bb-e7bf-4a00-a052-43aa7d161985" providerId="ADAL" clId="{B796A668-3E4A-4A14-9999-97F6BF4DDC34}" dt="2022-07-15T16:07:45.362" v="437"/>
          <ac:graphicFrameMkLst>
            <pc:docMk/>
            <pc:sldMk cId="3801317912" sldId="1093"/>
            <ac:graphicFrameMk id="9" creationId="{2C4E9800-B698-F0CC-8F78-70459226C57C}"/>
          </ac:graphicFrameMkLst>
        </pc:graphicFrameChg>
        <pc:graphicFrameChg chg="add mod modGraphic">
          <ac:chgData name="Gupta, Prashansa (CAI - Home Based/Remote)" userId="099951bb-e7bf-4a00-a052-43aa7d161985" providerId="ADAL" clId="{B796A668-3E4A-4A14-9999-97F6BF4DDC34}" dt="2022-07-15T16:11:00.662" v="470"/>
          <ac:graphicFrameMkLst>
            <pc:docMk/>
            <pc:sldMk cId="3801317912" sldId="1093"/>
            <ac:graphicFrameMk id="11" creationId="{9835379C-B166-F8BC-93C7-506A802CAFEC}"/>
          </ac:graphicFrameMkLst>
        </pc:graphicFrameChg>
        <pc:picChg chg="del mod">
          <ac:chgData name="Gupta, Prashansa (CAI - Home Based/Remote)" userId="099951bb-e7bf-4a00-a052-43aa7d161985" providerId="ADAL" clId="{B796A668-3E4A-4A14-9999-97F6BF4DDC34}" dt="2022-07-15T16:05:29.252" v="409" actId="478"/>
          <ac:picMkLst>
            <pc:docMk/>
            <pc:sldMk cId="3801317912" sldId="1093"/>
            <ac:picMk id="5" creationId="{43C983F8-B0A6-4E32-ACD6-2C39421DC016}"/>
          </ac:picMkLst>
        </pc:picChg>
      </pc:sldChg>
      <pc:sldChg chg="addSp delSp modSp mod">
        <pc:chgData name="Gupta, Prashansa (CAI - Home Based/Remote)" userId="099951bb-e7bf-4a00-a052-43aa7d161985" providerId="ADAL" clId="{B796A668-3E4A-4A14-9999-97F6BF4DDC34}" dt="2022-07-15T16:04:27.833" v="408" actId="1076"/>
        <pc:sldMkLst>
          <pc:docMk/>
          <pc:sldMk cId="3651549540" sldId="1094"/>
        </pc:sldMkLst>
        <pc:spChg chg="mod">
          <ac:chgData name="Gupta, Prashansa (CAI - Home Based/Remote)" userId="099951bb-e7bf-4a00-a052-43aa7d161985" providerId="ADAL" clId="{B796A668-3E4A-4A14-9999-97F6BF4DDC34}" dt="2022-07-15T15:41:12.072" v="80" actId="20577"/>
          <ac:spMkLst>
            <pc:docMk/>
            <pc:sldMk cId="3651549540" sldId="1094"/>
            <ac:spMk id="3" creationId="{DDBA5E58-5D36-C743-9A20-191B041F4833}"/>
          </ac:spMkLst>
        </pc:spChg>
        <pc:graphicFrameChg chg="add del mod">
          <ac:chgData name="Gupta, Prashansa (CAI - Home Based/Remote)" userId="099951bb-e7bf-4a00-a052-43aa7d161985" providerId="ADAL" clId="{B796A668-3E4A-4A14-9999-97F6BF4DDC34}" dt="2022-07-15T15:36:42.927" v="13" actId="478"/>
          <ac:graphicFrameMkLst>
            <pc:docMk/>
            <pc:sldMk cId="3651549540" sldId="1094"/>
            <ac:graphicFrameMk id="5" creationId="{7E3E1FED-4F9B-B195-C7B7-6CC1E67C285A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5T15:37:04.621" v="26"/>
          <ac:graphicFrameMkLst>
            <pc:docMk/>
            <pc:sldMk cId="3651549540" sldId="1094"/>
            <ac:graphicFrameMk id="6" creationId="{7E3E1FED-4F9B-B195-C7B7-6CC1E67C285A}"/>
          </ac:graphicFrameMkLst>
        </pc:graphicFrameChg>
        <pc:graphicFrameChg chg="add del mod">
          <ac:chgData name="Gupta, Prashansa (CAI - Home Based/Remote)" userId="099951bb-e7bf-4a00-a052-43aa7d161985" providerId="ADAL" clId="{B796A668-3E4A-4A14-9999-97F6BF4DDC34}" dt="2022-07-15T16:04:12.826" v="397" actId="478"/>
          <ac:graphicFrameMkLst>
            <pc:docMk/>
            <pc:sldMk cId="3651549540" sldId="1094"/>
            <ac:graphicFrameMk id="7" creationId="{7E3E1FED-4F9B-B195-C7B7-6CC1E67C285A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5T16:04:16.199" v="404"/>
          <ac:graphicFrameMkLst>
            <pc:docMk/>
            <pc:sldMk cId="3651549540" sldId="1094"/>
            <ac:graphicFrameMk id="8" creationId="{7E3E1FED-4F9B-B195-C7B7-6CC1E67C285A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5T16:04:27.833" v="408" actId="1076"/>
          <ac:graphicFrameMkLst>
            <pc:docMk/>
            <pc:sldMk cId="3651549540" sldId="1094"/>
            <ac:graphicFrameMk id="9" creationId="{7E3E1FED-4F9B-B195-C7B7-6CC1E67C285A}"/>
          </ac:graphicFrameMkLst>
        </pc:graphicFrameChg>
        <pc:picChg chg="del">
          <ac:chgData name="Gupta, Prashansa (CAI - Home Based/Remote)" userId="099951bb-e7bf-4a00-a052-43aa7d161985" providerId="ADAL" clId="{B796A668-3E4A-4A14-9999-97F6BF4DDC34}" dt="2022-07-15T15:36:30.271" v="10" actId="478"/>
          <ac:picMkLst>
            <pc:docMk/>
            <pc:sldMk cId="3651549540" sldId="1094"/>
            <ac:picMk id="11" creationId="{41D003BF-8DAD-46DC-BB87-BBB4515722AF}"/>
          </ac:picMkLst>
        </pc:picChg>
      </pc:sldChg>
      <pc:sldChg chg="addSp delSp modSp mod">
        <pc:chgData name="Gupta, Prashansa (CAI - Home Based/Remote)" userId="099951bb-e7bf-4a00-a052-43aa7d161985" providerId="ADAL" clId="{B796A668-3E4A-4A14-9999-97F6BF4DDC34}" dt="2022-07-15T16:03:53.099" v="395" actId="14734"/>
        <pc:sldMkLst>
          <pc:docMk/>
          <pc:sldMk cId="1980051702" sldId="1095"/>
        </pc:sldMkLst>
        <pc:spChg chg="add mod">
          <ac:chgData name="Gupta, Prashansa (CAI - Home Based/Remote)" userId="099951bb-e7bf-4a00-a052-43aa7d161985" providerId="ADAL" clId="{B796A668-3E4A-4A14-9999-97F6BF4DDC34}" dt="2022-07-15T15:47:01.996" v="281" actId="20577"/>
          <ac:spMkLst>
            <pc:docMk/>
            <pc:sldMk cId="1980051702" sldId="1095"/>
            <ac:spMk id="6" creationId="{B4C91F73-7AFA-3800-19E2-AA947F359DA8}"/>
          </ac:spMkLst>
        </pc:spChg>
        <pc:spChg chg="mod">
          <ac:chgData name="Gupta, Prashansa (CAI - Home Based/Remote)" userId="099951bb-e7bf-4a00-a052-43aa7d161985" providerId="ADAL" clId="{B796A668-3E4A-4A14-9999-97F6BF4DDC34}" dt="2022-07-15T15:41:31.147" v="83" actId="14100"/>
          <ac:spMkLst>
            <pc:docMk/>
            <pc:sldMk cId="1980051702" sldId="1095"/>
            <ac:spMk id="8" creationId="{D8FC1877-6703-4E30-A8B9-8A8398E2DAD4}"/>
          </ac:spMkLst>
        </pc:spChg>
        <pc:graphicFrameChg chg="add del mod">
          <ac:chgData name="Gupta, Prashansa (CAI - Home Based/Remote)" userId="099951bb-e7bf-4a00-a052-43aa7d161985" providerId="ADAL" clId="{B796A668-3E4A-4A14-9999-97F6BF4DDC34}" dt="2022-07-15T15:37:43.875" v="36"/>
          <ac:graphicFrameMkLst>
            <pc:docMk/>
            <pc:sldMk cId="1980051702" sldId="1095"/>
            <ac:graphicFrameMk id="4" creationId="{8D8413A5-4195-F7C5-74E4-03DE9D5C6E7F}"/>
          </ac:graphicFrameMkLst>
        </pc:graphicFrameChg>
        <pc:graphicFrameChg chg="add del mod modGraphic">
          <ac:chgData name="Gupta, Prashansa (CAI - Home Based/Remote)" userId="099951bb-e7bf-4a00-a052-43aa7d161985" providerId="ADAL" clId="{B796A668-3E4A-4A14-9999-97F6BF4DDC34}" dt="2022-07-15T16:02:02.057" v="361" actId="478"/>
          <ac:graphicFrameMkLst>
            <pc:docMk/>
            <pc:sldMk cId="1980051702" sldId="1095"/>
            <ac:graphicFrameMk id="5" creationId="{7369BDCF-4974-B939-0F6B-30F3DA0ACC2B}"/>
          </ac:graphicFrameMkLst>
        </pc:graphicFrameChg>
        <pc:graphicFrameChg chg="add del mod">
          <ac:chgData name="Gupta, Prashansa (CAI - Home Based/Remote)" userId="099951bb-e7bf-4a00-a052-43aa7d161985" providerId="ADAL" clId="{B796A668-3E4A-4A14-9999-97F6BF4DDC34}" dt="2022-07-15T16:02:07.248" v="365"/>
          <ac:graphicFrameMkLst>
            <pc:docMk/>
            <pc:sldMk cId="1980051702" sldId="1095"/>
            <ac:graphicFrameMk id="7" creationId="{356FA5B0-9E99-1F7B-A0FF-E5DB41DD63D7}"/>
          </ac:graphicFrameMkLst>
        </pc:graphicFrameChg>
        <pc:graphicFrameChg chg="del">
          <ac:chgData name="Gupta, Prashansa (CAI - Home Based/Remote)" userId="099951bb-e7bf-4a00-a052-43aa7d161985" providerId="ADAL" clId="{B796A668-3E4A-4A14-9999-97F6BF4DDC34}" dt="2022-07-15T15:37:37.499" v="32" actId="478"/>
          <ac:graphicFrameMkLst>
            <pc:docMk/>
            <pc:sldMk cId="1980051702" sldId="1095"/>
            <ac:graphicFrameMk id="9" creationId="{4F6A30B0-E601-4555-8942-08CE92A0C48C}"/>
          </ac:graphicFrameMkLst>
        </pc:graphicFrameChg>
        <pc:graphicFrameChg chg="add mod modGraphic">
          <ac:chgData name="Gupta, Prashansa (CAI - Home Based/Remote)" userId="099951bb-e7bf-4a00-a052-43aa7d161985" providerId="ADAL" clId="{B796A668-3E4A-4A14-9999-97F6BF4DDC34}" dt="2022-07-15T16:03:53.099" v="395" actId="14734"/>
          <ac:graphicFrameMkLst>
            <pc:docMk/>
            <pc:sldMk cId="1980051702" sldId="1095"/>
            <ac:graphicFrameMk id="10" creationId="{3443948D-D8D8-3E14-99F7-CA8D50ED393B}"/>
          </ac:graphicFrameMkLst>
        </pc:graphicFrameChg>
      </pc:sldChg>
      <pc:sldChg chg="del">
        <pc:chgData name="Gupta, Prashansa (CAI - Home Based/Remote)" userId="099951bb-e7bf-4a00-a052-43aa7d161985" providerId="ADAL" clId="{B796A668-3E4A-4A14-9999-97F6BF4DDC34}" dt="2022-07-15T15:42:42.479" v="141" actId="2696"/>
        <pc:sldMkLst>
          <pc:docMk/>
          <pc:sldMk cId="1417925156" sldId="1096"/>
        </pc:sldMkLst>
      </pc:sldChg>
      <pc:sldChg chg="addSp delSp modSp add mod">
        <pc:chgData name="Gupta, Prashansa (CAI - Home Based/Remote)" userId="099951bb-e7bf-4a00-a052-43aa7d161985" providerId="ADAL" clId="{B796A668-3E4A-4A14-9999-97F6BF4DDC34}" dt="2022-07-18T10:25:07.131" v="1875" actId="1076"/>
        <pc:sldMkLst>
          <pc:docMk/>
          <pc:sldMk cId="3476802728" sldId="1096"/>
        </pc:sldMkLst>
        <pc:spChg chg="mod">
          <ac:chgData name="Gupta, Prashansa (CAI - Home Based/Remote)" userId="099951bb-e7bf-4a00-a052-43aa7d161985" providerId="ADAL" clId="{B796A668-3E4A-4A14-9999-97F6BF4DDC34}" dt="2022-07-15T16:16:02.373" v="514" actId="20577"/>
          <ac:spMkLst>
            <pc:docMk/>
            <pc:sldMk cId="3476802728" sldId="1096"/>
            <ac:spMk id="2" creationId="{A7167C5B-40B3-3C46-B7C0-04D709EB38F2}"/>
          </ac:spMkLst>
        </pc:spChg>
        <pc:spChg chg="mod">
          <ac:chgData name="Gupta, Prashansa (CAI - Home Based/Remote)" userId="099951bb-e7bf-4a00-a052-43aa7d161985" providerId="ADAL" clId="{B796A668-3E4A-4A14-9999-97F6BF4DDC34}" dt="2022-07-15T16:18:43.593" v="691" actId="20577"/>
          <ac:spMkLst>
            <pc:docMk/>
            <pc:sldMk cId="3476802728" sldId="1096"/>
            <ac:spMk id="3" creationId="{DDBA5E58-5D36-C743-9A20-191B041F4833}"/>
          </ac:spMkLst>
        </pc:spChg>
        <pc:spChg chg="add mod">
          <ac:chgData name="Gupta, Prashansa (CAI - Home Based/Remote)" userId="099951bb-e7bf-4a00-a052-43aa7d161985" providerId="ADAL" clId="{B796A668-3E4A-4A14-9999-97F6BF4DDC34}" dt="2022-07-18T10:22:29.289" v="1859" actId="20577"/>
          <ac:spMkLst>
            <pc:docMk/>
            <pc:sldMk cId="3476802728" sldId="1096"/>
            <ac:spMk id="5" creationId="{E6E1D92E-C41A-448D-2196-57DBE84A6B24}"/>
          </ac:spMkLst>
        </pc:spChg>
        <pc:spChg chg="del mod">
          <ac:chgData name="Gupta, Prashansa (CAI - Home Based/Remote)" userId="099951bb-e7bf-4a00-a052-43aa7d161985" providerId="ADAL" clId="{B796A668-3E4A-4A14-9999-97F6BF4DDC34}" dt="2022-07-15T16:19:19.619" v="696" actId="478"/>
          <ac:spMkLst>
            <pc:docMk/>
            <pc:sldMk cId="3476802728" sldId="1096"/>
            <ac:spMk id="7" creationId="{C4054B89-AB5F-4069-B042-F2C2BDF6FFB2}"/>
          </ac:spMkLst>
        </pc:spChg>
        <pc:spChg chg="del">
          <ac:chgData name="Gupta, Prashansa (CAI - Home Based/Remote)" userId="099951bb-e7bf-4a00-a052-43aa7d161985" providerId="ADAL" clId="{B796A668-3E4A-4A14-9999-97F6BF4DDC34}" dt="2022-07-15T16:19:23.093" v="697" actId="478"/>
          <ac:spMkLst>
            <pc:docMk/>
            <pc:sldMk cId="3476802728" sldId="1096"/>
            <ac:spMk id="10" creationId="{085558EE-0E73-4D62-BFA8-B16F392C0F1F}"/>
          </ac:spMkLst>
        </pc:spChg>
        <pc:graphicFrameChg chg="add del mod">
          <ac:chgData name="Gupta, Prashansa (CAI - Home Based/Remote)" userId="099951bb-e7bf-4a00-a052-43aa7d161985" providerId="ADAL" clId="{B796A668-3E4A-4A14-9999-97F6BF4DDC34}" dt="2022-07-15T16:19:27.668" v="699"/>
          <ac:graphicFrameMkLst>
            <pc:docMk/>
            <pc:sldMk cId="3476802728" sldId="1096"/>
            <ac:graphicFrameMk id="6" creationId="{70359FB5-587A-2531-2E1A-C2C33448E84D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8T10:24:41.173" v="1867"/>
          <ac:graphicFrameMkLst>
            <pc:docMk/>
            <pc:sldMk cId="3476802728" sldId="1096"/>
            <ac:graphicFrameMk id="7" creationId="{699A7DD8-1DC2-CCFF-8A58-D16C6E49111B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8T10:25:07.131" v="1875" actId="1076"/>
          <ac:graphicFrameMkLst>
            <pc:docMk/>
            <pc:sldMk cId="3476802728" sldId="1096"/>
            <ac:graphicFrameMk id="8" creationId="{699A7DD8-1DC2-CCFF-8A58-D16C6E49111B}"/>
          </ac:graphicFrameMkLst>
        </pc:graphicFrameChg>
        <pc:graphicFrameChg chg="del">
          <ac:chgData name="Gupta, Prashansa (CAI - Home Based/Remote)" userId="099951bb-e7bf-4a00-a052-43aa7d161985" providerId="ADAL" clId="{B796A668-3E4A-4A14-9999-97F6BF4DDC34}" dt="2022-07-15T16:19:14.127" v="694" actId="478"/>
          <ac:graphicFrameMkLst>
            <pc:docMk/>
            <pc:sldMk cId="3476802728" sldId="1096"/>
            <ac:graphicFrameMk id="8" creationId="{9427AD56-7448-681C-ECD3-41C4D377C282}"/>
          </ac:graphicFrameMkLst>
        </pc:graphicFrameChg>
        <pc:graphicFrameChg chg="add mod modGraphic">
          <ac:chgData name="Gupta, Prashansa (CAI - Home Based/Remote)" userId="099951bb-e7bf-4a00-a052-43aa7d161985" providerId="ADAL" clId="{B796A668-3E4A-4A14-9999-97F6BF4DDC34}" dt="2022-07-15T16:22:12.050" v="738" actId="14734"/>
          <ac:graphicFrameMkLst>
            <pc:docMk/>
            <pc:sldMk cId="3476802728" sldId="1096"/>
            <ac:graphicFrameMk id="9" creationId="{6A39216C-F7CC-0318-AD63-569E147E091D}"/>
          </ac:graphicFrameMkLst>
        </pc:graphicFrameChg>
        <pc:graphicFrameChg chg="del modGraphic">
          <ac:chgData name="Gupta, Prashansa (CAI - Home Based/Remote)" userId="099951bb-e7bf-4a00-a052-43aa7d161985" providerId="ADAL" clId="{B796A668-3E4A-4A14-9999-97F6BF4DDC34}" dt="2022-07-15T16:19:08.277" v="693" actId="478"/>
          <ac:graphicFrameMkLst>
            <pc:docMk/>
            <pc:sldMk cId="3476802728" sldId="1096"/>
            <ac:graphicFrameMk id="11" creationId="{9835379C-B166-F8BC-93C7-506A802CAFEC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5T16:22:24.397" v="741"/>
          <ac:graphicFrameMkLst>
            <pc:docMk/>
            <pc:sldMk cId="3476802728" sldId="1096"/>
            <ac:graphicFrameMk id="12" creationId="{699A7DD8-1DC2-CCFF-8A58-D16C6E49111B}"/>
          </ac:graphicFrameMkLst>
        </pc:graphicFrameChg>
        <pc:graphicFrameChg chg="add del mod">
          <ac:chgData name="Gupta, Prashansa (CAI - Home Based/Remote)" userId="099951bb-e7bf-4a00-a052-43aa7d161985" providerId="ADAL" clId="{B796A668-3E4A-4A14-9999-97F6BF4DDC34}" dt="2022-07-18T10:24:35.984" v="1862" actId="478"/>
          <ac:graphicFrameMkLst>
            <pc:docMk/>
            <pc:sldMk cId="3476802728" sldId="1096"/>
            <ac:graphicFrameMk id="13" creationId="{699A7DD8-1DC2-CCFF-8A58-D16C6E49111B}"/>
          </ac:graphicFrameMkLst>
        </pc:graphicFrameChg>
      </pc:sldChg>
      <pc:sldChg chg="new del">
        <pc:chgData name="Gupta, Prashansa (CAI - Home Based/Remote)" userId="099951bb-e7bf-4a00-a052-43aa7d161985" providerId="ADAL" clId="{B796A668-3E4A-4A14-9999-97F6BF4DDC34}" dt="2022-07-15T16:15:51.962" v="510" actId="47"/>
        <pc:sldMkLst>
          <pc:docMk/>
          <pc:sldMk cId="3868276114" sldId="1096"/>
        </pc:sldMkLst>
      </pc:sldChg>
      <pc:sldChg chg="addSp delSp modSp add mod">
        <pc:chgData name="Gupta, Prashansa (CAI - Home Based/Remote)" userId="099951bb-e7bf-4a00-a052-43aa7d161985" providerId="ADAL" clId="{B796A668-3E4A-4A14-9999-97F6BF4DDC34}" dt="2022-07-18T10:43:05.457" v="2138" actId="14734"/>
        <pc:sldMkLst>
          <pc:docMk/>
          <pc:sldMk cId="3135065619" sldId="1097"/>
        </pc:sldMkLst>
        <pc:spChg chg="mod">
          <ac:chgData name="Gupta, Prashansa (CAI - Home Based/Remote)" userId="099951bb-e7bf-4a00-a052-43aa7d161985" providerId="ADAL" clId="{B796A668-3E4A-4A14-9999-97F6BF4DDC34}" dt="2022-07-18T10:27:05.338" v="1896" actId="20577"/>
          <ac:spMkLst>
            <pc:docMk/>
            <pc:sldMk cId="3135065619" sldId="1097"/>
            <ac:spMk id="3" creationId="{DDBA5E58-5D36-C743-9A20-191B041F4833}"/>
          </ac:spMkLst>
        </pc:spChg>
        <pc:spChg chg="del mod">
          <ac:chgData name="Gupta, Prashansa (CAI - Home Based/Remote)" userId="099951bb-e7bf-4a00-a052-43aa7d161985" providerId="ADAL" clId="{B796A668-3E4A-4A14-9999-97F6BF4DDC34}" dt="2022-07-18T10:38:01.424" v="2038" actId="478"/>
          <ac:spMkLst>
            <pc:docMk/>
            <pc:sldMk cId="3135065619" sldId="1097"/>
            <ac:spMk id="6" creationId="{B4C91F73-7AFA-3800-19E2-AA947F359DA8}"/>
          </ac:spMkLst>
        </pc:spChg>
        <pc:spChg chg="del">
          <ac:chgData name="Gupta, Prashansa (CAI - Home Based/Remote)" userId="099951bb-e7bf-4a00-a052-43aa7d161985" providerId="ADAL" clId="{B796A668-3E4A-4A14-9999-97F6BF4DDC34}" dt="2022-07-18T10:27:46.035" v="1911" actId="478"/>
          <ac:spMkLst>
            <pc:docMk/>
            <pc:sldMk cId="3135065619" sldId="1097"/>
            <ac:spMk id="8" creationId="{D8FC1877-6703-4E30-A8B9-8A8398E2DAD4}"/>
          </ac:spMkLst>
        </pc:spChg>
        <pc:spChg chg="add mod">
          <ac:chgData name="Gupta, Prashansa (CAI - Home Based/Remote)" userId="099951bb-e7bf-4a00-a052-43aa7d161985" providerId="ADAL" clId="{B796A668-3E4A-4A14-9999-97F6BF4DDC34}" dt="2022-07-18T10:41:21.851" v="2099" actId="1076"/>
          <ac:spMkLst>
            <pc:docMk/>
            <pc:sldMk cId="3135065619" sldId="1097"/>
            <ac:spMk id="13" creationId="{5AC82569-F148-ADFD-E5C4-8CBB4DD54D15}"/>
          </ac:spMkLst>
        </pc:spChg>
        <pc:spChg chg="add mod">
          <ac:chgData name="Gupta, Prashansa (CAI - Home Based/Remote)" userId="099951bb-e7bf-4a00-a052-43aa7d161985" providerId="ADAL" clId="{B796A668-3E4A-4A14-9999-97F6BF4DDC34}" dt="2022-07-18T10:41:33.105" v="2115" actId="20577"/>
          <ac:spMkLst>
            <pc:docMk/>
            <pc:sldMk cId="3135065619" sldId="1097"/>
            <ac:spMk id="14" creationId="{CCB03394-C8CA-AE07-0F6F-287ED20FC785}"/>
          </ac:spMkLst>
        </pc:spChg>
        <pc:graphicFrameChg chg="add del mod">
          <ac:chgData name="Gupta, Prashansa (CAI - Home Based/Remote)" userId="099951bb-e7bf-4a00-a052-43aa7d161985" providerId="ADAL" clId="{B796A668-3E4A-4A14-9999-97F6BF4DDC34}" dt="2022-07-18T10:38:41.895" v="2042"/>
          <ac:graphicFrameMkLst>
            <pc:docMk/>
            <pc:sldMk cId="3135065619" sldId="1097"/>
            <ac:graphicFrameMk id="4" creationId="{2E71C4C3-A6D6-A7D1-9C6F-EA8713C844CF}"/>
          </ac:graphicFrameMkLst>
        </pc:graphicFrameChg>
        <pc:graphicFrameChg chg="add mod modGraphic">
          <ac:chgData name="Gupta, Prashansa (CAI - Home Based/Remote)" userId="099951bb-e7bf-4a00-a052-43aa7d161985" providerId="ADAL" clId="{B796A668-3E4A-4A14-9999-97F6BF4DDC34}" dt="2022-07-18T10:40:06.710" v="2062" actId="14734"/>
          <ac:graphicFrameMkLst>
            <pc:docMk/>
            <pc:sldMk cId="3135065619" sldId="1097"/>
            <ac:graphicFrameMk id="5" creationId="{C89E508C-871A-B6EB-A20E-5B215531DC61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8T10:27:27.976" v="1903"/>
          <ac:graphicFrameMkLst>
            <pc:docMk/>
            <pc:sldMk cId="3135065619" sldId="1097"/>
            <ac:graphicFrameMk id="7" creationId="{3FD1EEEA-F55F-99EB-B43D-2B0672FCA679}"/>
          </ac:graphicFrameMkLst>
        </pc:graphicFrameChg>
        <pc:graphicFrameChg chg="add del mod">
          <ac:chgData name="Gupta, Prashansa (CAI - Home Based/Remote)" userId="099951bb-e7bf-4a00-a052-43aa7d161985" providerId="ADAL" clId="{B796A668-3E4A-4A14-9999-97F6BF4DDC34}" dt="2022-07-18T10:37:44.595" v="2034" actId="478"/>
          <ac:graphicFrameMkLst>
            <pc:docMk/>
            <pc:sldMk cId="3135065619" sldId="1097"/>
            <ac:graphicFrameMk id="9" creationId="{3FD1EEEA-F55F-99EB-B43D-2B0672FCA679}"/>
          </ac:graphicFrameMkLst>
        </pc:graphicFrameChg>
        <pc:graphicFrameChg chg="del">
          <ac:chgData name="Gupta, Prashansa (CAI - Home Based/Remote)" userId="099951bb-e7bf-4a00-a052-43aa7d161985" providerId="ADAL" clId="{B796A668-3E4A-4A14-9999-97F6BF4DDC34}" dt="2022-07-18T10:26:54.476" v="1894" actId="478"/>
          <ac:graphicFrameMkLst>
            <pc:docMk/>
            <pc:sldMk cId="3135065619" sldId="1097"/>
            <ac:graphicFrameMk id="10" creationId="{3443948D-D8D8-3E14-99F7-CA8D50ED393B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8T10:28:16.874" v="1924"/>
          <ac:graphicFrameMkLst>
            <pc:docMk/>
            <pc:sldMk cId="3135065619" sldId="1097"/>
            <ac:graphicFrameMk id="11" creationId="{15A774C0-4BD9-C8AB-C8BC-A813E30CCC81}"/>
          </ac:graphicFrameMkLst>
        </pc:graphicFrameChg>
        <pc:graphicFrameChg chg="add del mod">
          <ac:chgData name="Gupta, Prashansa (CAI - Home Based/Remote)" userId="099951bb-e7bf-4a00-a052-43aa7d161985" providerId="ADAL" clId="{B796A668-3E4A-4A14-9999-97F6BF4DDC34}" dt="2022-07-18T10:37:47.302" v="2035" actId="478"/>
          <ac:graphicFrameMkLst>
            <pc:docMk/>
            <pc:sldMk cId="3135065619" sldId="1097"/>
            <ac:graphicFrameMk id="12" creationId="{15A774C0-4BD9-C8AB-C8BC-A813E30CCC81}"/>
          </ac:graphicFrameMkLst>
        </pc:graphicFrameChg>
        <pc:graphicFrameChg chg="add del mod">
          <ac:chgData name="Gupta, Prashansa (CAI - Home Based/Remote)" userId="099951bb-e7bf-4a00-a052-43aa7d161985" providerId="ADAL" clId="{B796A668-3E4A-4A14-9999-97F6BF4DDC34}" dt="2022-07-18T10:41:46.090" v="2119"/>
          <ac:graphicFrameMkLst>
            <pc:docMk/>
            <pc:sldMk cId="3135065619" sldId="1097"/>
            <ac:graphicFrameMk id="15" creationId="{A39A573B-DF36-B2C4-CE78-1F937B4C5B71}"/>
          </ac:graphicFrameMkLst>
        </pc:graphicFrameChg>
        <pc:graphicFrameChg chg="add mod modGraphic">
          <ac:chgData name="Gupta, Prashansa (CAI - Home Based/Remote)" userId="099951bb-e7bf-4a00-a052-43aa7d161985" providerId="ADAL" clId="{B796A668-3E4A-4A14-9999-97F6BF4DDC34}" dt="2022-07-18T10:43:05.457" v="2138" actId="14734"/>
          <ac:graphicFrameMkLst>
            <pc:docMk/>
            <pc:sldMk cId="3135065619" sldId="1097"/>
            <ac:graphicFrameMk id="16" creationId="{C9B7016C-092F-C883-EBED-4F94BBF6ACC6}"/>
          </ac:graphicFrameMkLst>
        </pc:graphicFrameChg>
      </pc:sldChg>
      <pc:sldChg chg="addSp delSp modSp add mod">
        <pc:chgData name="Gupta, Prashansa (CAI - Home Based/Remote)" userId="099951bb-e7bf-4a00-a052-43aa7d161985" providerId="ADAL" clId="{B796A668-3E4A-4A14-9999-97F6BF4DDC34}" dt="2022-07-18T10:34:38.647" v="2032" actId="1076"/>
        <pc:sldMkLst>
          <pc:docMk/>
          <pc:sldMk cId="4235889038" sldId="1098"/>
        </pc:sldMkLst>
        <pc:spChg chg="mod">
          <ac:chgData name="Gupta, Prashansa (CAI - Home Based/Remote)" userId="099951bb-e7bf-4a00-a052-43aa7d161985" providerId="ADAL" clId="{B796A668-3E4A-4A14-9999-97F6BF4DDC34}" dt="2022-07-18T10:29:24.943" v="1941" actId="20577"/>
          <ac:spMkLst>
            <pc:docMk/>
            <pc:sldMk cId="4235889038" sldId="1098"/>
            <ac:spMk id="3" creationId="{DDBA5E58-5D36-C743-9A20-191B041F4833}"/>
          </ac:spMkLst>
        </pc:spChg>
        <pc:spChg chg="mod">
          <ac:chgData name="Gupta, Prashansa (CAI - Home Based/Remote)" userId="099951bb-e7bf-4a00-a052-43aa7d161985" providerId="ADAL" clId="{B796A668-3E4A-4A14-9999-97F6BF4DDC34}" dt="2022-07-18T10:31:05.045" v="2008" actId="20577"/>
          <ac:spMkLst>
            <pc:docMk/>
            <pc:sldMk cId="4235889038" sldId="1098"/>
            <ac:spMk id="6" creationId="{B4C91F73-7AFA-3800-19E2-AA947F359DA8}"/>
          </ac:spMkLst>
        </pc:spChg>
        <pc:graphicFrameChg chg="add mod">
          <ac:chgData name="Gupta, Prashansa (CAI - Home Based/Remote)" userId="099951bb-e7bf-4a00-a052-43aa7d161985" providerId="ADAL" clId="{B796A668-3E4A-4A14-9999-97F6BF4DDC34}" dt="2022-07-18T10:32:07.369" v="2013"/>
          <ac:graphicFrameMkLst>
            <pc:docMk/>
            <pc:sldMk cId="4235889038" sldId="1098"/>
            <ac:graphicFrameMk id="7" creationId="{B664F860-1015-2F88-E4D2-B1EDC85191EA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8T10:32:21.426" v="2019" actId="14100"/>
          <ac:graphicFrameMkLst>
            <pc:docMk/>
            <pc:sldMk cId="4235889038" sldId="1098"/>
            <ac:graphicFrameMk id="8" creationId="{B664F860-1015-2F88-E4D2-B1EDC85191EA}"/>
          </ac:graphicFrameMkLst>
        </pc:graphicFrameChg>
        <pc:graphicFrameChg chg="del">
          <ac:chgData name="Gupta, Prashansa (CAI - Home Based/Remote)" userId="099951bb-e7bf-4a00-a052-43aa7d161985" providerId="ADAL" clId="{B796A668-3E4A-4A14-9999-97F6BF4DDC34}" dt="2022-07-18T10:29:33.209" v="1942" actId="478"/>
          <ac:graphicFrameMkLst>
            <pc:docMk/>
            <pc:sldMk cId="4235889038" sldId="1098"/>
            <ac:graphicFrameMk id="9" creationId="{3FD1EEEA-F55F-99EB-B43D-2B0672FCA679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8T10:32:55.684" v="2024"/>
          <ac:graphicFrameMkLst>
            <pc:docMk/>
            <pc:sldMk cId="4235889038" sldId="1098"/>
            <ac:graphicFrameMk id="10" creationId="{2C25BA0A-E0CD-2CF4-7875-B566A2E87500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8T10:34:38.647" v="2032" actId="1076"/>
          <ac:graphicFrameMkLst>
            <pc:docMk/>
            <pc:sldMk cId="4235889038" sldId="1098"/>
            <ac:graphicFrameMk id="11" creationId="{2C25BA0A-E0CD-2CF4-7875-B566A2E87500}"/>
          </ac:graphicFrameMkLst>
        </pc:graphicFrameChg>
        <pc:graphicFrameChg chg="del mod">
          <ac:chgData name="Gupta, Prashansa (CAI - Home Based/Remote)" userId="099951bb-e7bf-4a00-a052-43aa7d161985" providerId="ADAL" clId="{B796A668-3E4A-4A14-9999-97F6BF4DDC34}" dt="2022-07-18T10:32:31.452" v="2021" actId="478"/>
          <ac:graphicFrameMkLst>
            <pc:docMk/>
            <pc:sldMk cId="4235889038" sldId="1098"/>
            <ac:graphicFrameMk id="12" creationId="{15A774C0-4BD9-C8AB-C8BC-A813E30CCC81}"/>
          </ac:graphicFrameMkLst>
        </pc:graphicFrameChg>
      </pc:sldChg>
      <pc:sldChg chg="add">
        <pc:chgData name="Gupta, Prashansa (CAI - Home Based/Remote)" userId="099951bb-e7bf-4a00-a052-43aa7d161985" providerId="ADAL" clId="{B796A668-3E4A-4A14-9999-97F6BF4DDC34}" dt="2022-07-18T10:37:35.521" v="2033" actId="2890"/>
        <pc:sldMkLst>
          <pc:docMk/>
          <pc:sldMk cId="881602968" sldId="1099"/>
        </pc:sldMkLst>
      </pc:sldChg>
      <pc:sldChg chg="addSp delSp modSp add mod">
        <pc:chgData name="Gupta, Prashansa (CAI - Home Based/Remote)" userId="099951bb-e7bf-4a00-a052-43aa7d161985" providerId="ADAL" clId="{B796A668-3E4A-4A14-9999-97F6BF4DDC34}" dt="2022-07-18T10:46:57.674" v="2195" actId="14734"/>
        <pc:sldMkLst>
          <pc:docMk/>
          <pc:sldMk cId="177523835" sldId="1100"/>
        </pc:sldMkLst>
        <pc:spChg chg="mod">
          <ac:chgData name="Gupta, Prashansa (CAI - Home Based/Remote)" userId="099951bb-e7bf-4a00-a052-43aa7d161985" providerId="ADAL" clId="{B796A668-3E4A-4A14-9999-97F6BF4DDC34}" dt="2022-07-18T10:43:46.789" v="2142" actId="20577"/>
          <ac:spMkLst>
            <pc:docMk/>
            <pc:sldMk cId="177523835" sldId="1100"/>
            <ac:spMk id="3" creationId="{DDBA5E58-5D36-C743-9A20-191B041F4833}"/>
          </ac:spMkLst>
        </pc:spChg>
        <pc:spChg chg="mod">
          <ac:chgData name="Gupta, Prashansa (CAI - Home Based/Remote)" userId="099951bb-e7bf-4a00-a052-43aa7d161985" providerId="ADAL" clId="{B796A668-3E4A-4A14-9999-97F6BF4DDC34}" dt="2022-07-18T10:43:50.745" v="2145" actId="20577"/>
          <ac:spMkLst>
            <pc:docMk/>
            <pc:sldMk cId="177523835" sldId="1100"/>
            <ac:spMk id="13" creationId="{5AC82569-F148-ADFD-E5C4-8CBB4DD54D15}"/>
          </ac:spMkLst>
        </pc:spChg>
        <pc:spChg chg="mod">
          <ac:chgData name="Gupta, Prashansa (CAI - Home Based/Remote)" userId="099951bb-e7bf-4a00-a052-43aa7d161985" providerId="ADAL" clId="{B796A668-3E4A-4A14-9999-97F6BF4DDC34}" dt="2022-07-18T10:43:54.306" v="2148" actId="20577"/>
          <ac:spMkLst>
            <pc:docMk/>
            <pc:sldMk cId="177523835" sldId="1100"/>
            <ac:spMk id="14" creationId="{CCB03394-C8CA-AE07-0F6F-287ED20FC785}"/>
          </ac:spMkLst>
        </pc:spChg>
        <pc:graphicFrameChg chg="add del mod">
          <ac:chgData name="Gupta, Prashansa (CAI - Home Based/Remote)" userId="099951bb-e7bf-4a00-a052-43aa7d161985" providerId="ADAL" clId="{B796A668-3E4A-4A14-9999-97F6BF4DDC34}" dt="2022-07-18T10:44:14.254" v="2153"/>
          <ac:graphicFrameMkLst>
            <pc:docMk/>
            <pc:sldMk cId="177523835" sldId="1100"/>
            <ac:graphicFrameMk id="4" creationId="{61A342F3-5A8A-40FE-D751-26514830C22D}"/>
          </ac:graphicFrameMkLst>
        </pc:graphicFrameChg>
        <pc:graphicFrameChg chg="del">
          <ac:chgData name="Gupta, Prashansa (CAI - Home Based/Remote)" userId="099951bb-e7bf-4a00-a052-43aa7d161985" providerId="ADAL" clId="{B796A668-3E4A-4A14-9999-97F6BF4DDC34}" dt="2022-07-18T10:44:00.381" v="2149" actId="478"/>
          <ac:graphicFrameMkLst>
            <pc:docMk/>
            <pc:sldMk cId="177523835" sldId="1100"/>
            <ac:graphicFrameMk id="5" creationId="{C89E508C-871A-B6EB-A20E-5B215531DC61}"/>
          </ac:graphicFrameMkLst>
        </pc:graphicFrameChg>
        <pc:graphicFrameChg chg="add mod modGraphic">
          <ac:chgData name="Gupta, Prashansa (CAI - Home Based/Remote)" userId="099951bb-e7bf-4a00-a052-43aa7d161985" providerId="ADAL" clId="{B796A668-3E4A-4A14-9999-97F6BF4DDC34}" dt="2022-07-18T10:45:19.709" v="2171" actId="14734"/>
          <ac:graphicFrameMkLst>
            <pc:docMk/>
            <pc:sldMk cId="177523835" sldId="1100"/>
            <ac:graphicFrameMk id="6" creationId="{D1661A66-3830-B4D3-78B3-91151E40609F}"/>
          </ac:graphicFrameMkLst>
        </pc:graphicFrameChg>
        <pc:graphicFrameChg chg="add del mod">
          <ac:chgData name="Gupta, Prashansa (CAI - Home Based/Remote)" userId="099951bb-e7bf-4a00-a052-43aa7d161985" providerId="ADAL" clId="{B796A668-3E4A-4A14-9999-97F6BF4DDC34}" dt="2022-07-18T10:46:03.757" v="2177"/>
          <ac:graphicFrameMkLst>
            <pc:docMk/>
            <pc:sldMk cId="177523835" sldId="1100"/>
            <ac:graphicFrameMk id="7" creationId="{3DA2C3DD-0EC2-8BC1-83BF-73886733CAEA}"/>
          </ac:graphicFrameMkLst>
        </pc:graphicFrameChg>
        <pc:graphicFrameChg chg="add mod modGraphic">
          <ac:chgData name="Gupta, Prashansa (CAI - Home Based/Remote)" userId="099951bb-e7bf-4a00-a052-43aa7d161985" providerId="ADAL" clId="{B796A668-3E4A-4A14-9999-97F6BF4DDC34}" dt="2022-07-18T10:46:57.674" v="2195" actId="14734"/>
          <ac:graphicFrameMkLst>
            <pc:docMk/>
            <pc:sldMk cId="177523835" sldId="1100"/>
            <ac:graphicFrameMk id="8" creationId="{78B6D966-44CB-6434-8875-12CEA77D9D63}"/>
          </ac:graphicFrameMkLst>
        </pc:graphicFrameChg>
        <pc:graphicFrameChg chg="del modGraphic">
          <ac:chgData name="Gupta, Prashansa (CAI - Home Based/Remote)" userId="099951bb-e7bf-4a00-a052-43aa7d161985" providerId="ADAL" clId="{B796A668-3E4A-4A14-9999-97F6BF4DDC34}" dt="2022-07-18T10:45:28.012" v="2173" actId="478"/>
          <ac:graphicFrameMkLst>
            <pc:docMk/>
            <pc:sldMk cId="177523835" sldId="1100"/>
            <ac:graphicFrameMk id="16" creationId="{C9B7016C-092F-C883-EBED-4F94BBF6ACC6}"/>
          </ac:graphicFrameMkLst>
        </pc:graphicFrameChg>
      </pc:sldChg>
      <pc:sldChg chg="addSp delSp modSp add mod">
        <pc:chgData name="Gupta, Prashansa (CAI - Home Based/Remote)" userId="099951bb-e7bf-4a00-a052-43aa7d161985" providerId="ADAL" clId="{B796A668-3E4A-4A14-9999-97F6BF4DDC34}" dt="2022-07-18T11:42:14.214" v="2343" actId="14100"/>
        <pc:sldMkLst>
          <pc:docMk/>
          <pc:sldMk cId="2885169259" sldId="1101"/>
        </pc:sldMkLst>
        <pc:spChg chg="mod">
          <ac:chgData name="Gupta, Prashansa (CAI - Home Based/Remote)" userId="099951bb-e7bf-4a00-a052-43aa7d161985" providerId="ADAL" clId="{B796A668-3E4A-4A14-9999-97F6BF4DDC34}" dt="2022-07-18T11:31:08" v="2287" actId="20577"/>
          <ac:spMkLst>
            <pc:docMk/>
            <pc:sldMk cId="2885169259" sldId="1101"/>
            <ac:spMk id="3" creationId="{DDBA5E58-5D36-C743-9A20-191B041F4833}"/>
          </ac:spMkLst>
        </pc:spChg>
        <pc:spChg chg="add del mod">
          <ac:chgData name="Gupta, Prashansa (CAI - Home Based/Remote)" userId="099951bb-e7bf-4a00-a052-43aa7d161985" providerId="ADAL" clId="{B796A668-3E4A-4A14-9999-97F6BF4DDC34}" dt="2022-07-18T11:30:16.779" v="2251" actId="478"/>
          <ac:spMkLst>
            <pc:docMk/>
            <pc:sldMk cId="2885169259" sldId="1101"/>
            <ac:spMk id="5" creationId="{0CDBA852-D29D-C25E-DA62-91A1903B5E6C}"/>
          </ac:spMkLst>
        </pc:spChg>
        <pc:spChg chg="add del mod">
          <ac:chgData name="Gupta, Prashansa (CAI - Home Based/Remote)" userId="099951bb-e7bf-4a00-a052-43aa7d161985" providerId="ADAL" clId="{B796A668-3E4A-4A14-9999-97F6BF4DDC34}" dt="2022-07-18T11:30:44.940" v="2260" actId="478"/>
          <ac:spMkLst>
            <pc:docMk/>
            <pc:sldMk cId="2885169259" sldId="1101"/>
            <ac:spMk id="7" creationId="{BDE8FE5B-42D3-A208-A426-8B827C352F16}"/>
          </ac:spMkLst>
        </pc:spChg>
        <pc:spChg chg="add del mod">
          <ac:chgData name="Gupta, Prashansa (CAI - Home Based/Remote)" userId="099951bb-e7bf-4a00-a052-43aa7d161985" providerId="ADAL" clId="{B796A668-3E4A-4A14-9999-97F6BF4DDC34}" dt="2022-07-18T11:30:41.450" v="2259" actId="478"/>
          <ac:spMkLst>
            <pc:docMk/>
            <pc:sldMk cId="2885169259" sldId="1101"/>
            <ac:spMk id="11" creationId="{173446B1-CBEC-8BBC-6778-935714C5E5C7}"/>
          </ac:spMkLst>
        </pc:spChg>
        <pc:graphicFrameChg chg="add mod">
          <ac:chgData name="Gupta, Prashansa (CAI - Home Based/Remote)" userId="099951bb-e7bf-4a00-a052-43aa7d161985" providerId="ADAL" clId="{B796A668-3E4A-4A14-9999-97F6BF4DDC34}" dt="2022-07-18T11:30:36.135" v="2258"/>
          <ac:graphicFrameMkLst>
            <pc:docMk/>
            <pc:sldMk cId="2885169259" sldId="1101"/>
            <ac:graphicFrameMk id="9" creationId="{DA53D438-2292-1B7E-98D0-07631FF507E9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8T11:30:49.180" v="2265"/>
          <ac:graphicFrameMkLst>
            <pc:docMk/>
            <pc:sldMk cId="2885169259" sldId="1101"/>
            <ac:graphicFrameMk id="12" creationId="{DA53D438-2292-1B7E-98D0-07631FF507E9}"/>
          </ac:graphicFrameMkLst>
        </pc:graphicFrameChg>
        <pc:graphicFrameChg chg="add del mod">
          <ac:chgData name="Gupta, Prashansa (CAI - Home Based/Remote)" userId="099951bb-e7bf-4a00-a052-43aa7d161985" providerId="ADAL" clId="{B796A668-3E4A-4A14-9999-97F6BF4DDC34}" dt="2022-07-18T11:41:33.941" v="2320" actId="478"/>
          <ac:graphicFrameMkLst>
            <pc:docMk/>
            <pc:sldMk cId="2885169259" sldId="1101"/>
            <ac:graphicFrameMk id="13" creationId="{DA53D438-2292-1B7E-98D0-07631FF507E9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8T11:31:56.440" v="2291"/>
          <ac:graphicFrameMkLst>
            <pc:docMk/>
            <pc:sldMk cId="2885169259" sldId="1101"/>
            <ac:graphicFrameMk id="14" creationId="{AF2E0B8C-BB89-6BD8-3BDE-565A4BA28218}"/>
          </ac:graphicFrameMkLst>
        </pc:graphicFrameChg>
        <pc:graphicFrameChg chg="del">
          <ac:chgData name="Gupta, Prashansa (CAI - Home Based/Remote)" userId="099951bb-e7bf-4a00-a052-43aa7d161985" providerId="ADAL" clId="{B796A668-3E4A-4A14-9999-97F6BF4DDC34}" dt="2022-07-18T11:30:20.571" v="2253" actId="478"/>
          <ac:graphicFrameMkLst>
            <pc:docMk/>
            <pc:sldMk cId="2885169259" sldId="1101"/>
            <ac:graphicFrameMk id="15" creationId="{3E5D168F-C576-6DF2-B47E-3B69103E4853}"/>
          </ac:graphicFrameMkLst>
        </pc:graphicFrameChg>
        <pc:graphicFrameChg chg="add del mod">
          <ac:chgData name="Gupta, Prashansa (CAI - Home Based/Remote)" userId="099951bb-e7bf-4a00-a052-43aa7d161985" providerId="ADAL" clId="{B796A668-3E4A-4A14-9999-97F6BF4DDC34}" dt="2022-07-18T11:41:54.569" v="2333" actId="478"/>
          <ac:graphicFrameMkLst>
            <pc:docMk/>
            <pc:sldMk cId="2885169259" sldId="1101"/>
            <ac:graphicFrameMk id="16" creationId="{AF2E0B8C-BB89-6BD8-3BDE-565A4BA28218}"/>
          </ac:graphicFrameMkLst>
        </pc:graphicFrameChg>
        <pc:graphicFrameChg chg="del">
          <ac:chgData name="Gupta, Prashansa (CAI - Home Based/Remote)" userId="099951bb-e7bf-4a00-a052-43aa7d161985" providerId="ADAL" clId="{B796A668-3E4A-4A14-9999-97F6BF4DDC34}" dt="2022-07-18T11:31:44.492" v="2288" actId="478"/>
          <ac:graphicFrameMkLst>
            <pc:docMk/>
            <pc:sldMk cId="2885169259" sldId="1101"/>
            <ac:graphicFrameMk id="17" creationId="{EACFE2DC-181C-6990-076D-5E61EBFB5351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8T11:41:39.186" v="2325"/>
          <ac:graphicFrameMkLst>
            <pc:docMk/>
            <pc:sldMk cId="2885169259" sldId="1101"/>
            <ac:graphicFrameMk id="18" creationId="{DA53D438-2292-1B7E-98D0-07631FF507E9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8T11:41:51.398" v="2332" actId="14100"/>
          <ac:graphicFrameMkLst>
            <pc:docMk/>
            <pc:sldMk cId="2885169259" sldId="1101"/>
            <ac:graphicFrameMk id="19" creationId="{DA53D438-2292-1B7E-98D0-07631FF507E9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8T11:42:01.849" v="2338"/>
          <ac:graphicFrameMkLst>
            <pc:docMk/>
            <pc:sldMk cId="2885169259" sldId="1101"/>
            <ac:graphicFrameMk id="20" creationId="{AF2E0B8C-BB89-6BD8-3BDE-565A4BA28218}"/>
          </ac:graphicFrameMkLst>
        </pc:graphicFrameChg>
        <pc:graphicFrameChg chg="add mod">
          <ac:chgData name="Gupta, Prashansa (CAI - Home Based/Remote)" userId="099951bb-e7bf-4a00-a052-43aa7d161985" providerId="ADAL" clId="{B796A668-3E4A-4A14-9999-97F6BF4DDC34}" dt="2022-07-18T11:42:14.214" v="2343" actId="14100"/>
          <ac:graphicFrameMkLst>
            <pc:docMk/>
            <pc:sldMk cId="2885169259" sldId="1101"/>
            <ac:graphicFrameMk id="21" creationId="{AF2E0B8C-BB89-6BD8-3BDE-565A4BA2821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BEV</a:t>
            </a:r>
            <a:r>
              <a:rPr lang="en-GB" baseline="0"/>
              <a:t> Car Parc Forecast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BEV mid point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'EV forecast data'!$A$9:$A$51</c:f>
              <c:numCache>
                <c:formatCode>m/d/yyyy</c:formatCode>
                <c:ptCount val="43"/>
                <c:pt idx="0">
                  <c:v>44652</c:v>
                </c:pt>
                <c:pt idx="1">
                  <c:v>44743</c:v>
                </c:pt>
                <c:pt idx="2">
                  <c:v>44835</c:v>
                </c:pt>
                <c:pt idx="3">
                  <c:v>44927</c:v>
                </c:pt>
                <c:pt idx="4">
                  <c:v>45017</c:v>
                </c:pt>
                <c:pt idx="5">
                  <c:v>45108</c:v>
                </c:pt>
                <c:pt idx="6">
                  <c:v>45200</c:v>
                </c:pt>
                <c:pt idx="7">
                  <c:v>45292</c:v>
                </c:pt>
                <c:pt idx="8">
                  <c:v>45383</c:v>
                </c:pt>
                <c:pt idx="9">
                  <c:v>45474</c:v>
                </c:pt>
                <c:pt idx="10">
                  <c:v>45566</c:v>
                </c:pt>
                <c:pt idx="11">
                  <c:v>45658</c:v>
                </c:pt>
                <c:pt idx="12">
                  <c:v>45748</c:v>
                </c:pt>
                <c:pt idx="13">
                  <c:v>45839</c:v>
                </c:pt>
                <c:pt idx="14">
                  <c:v>45931</c:v>
                </c:pt>
                <c:pt idx="15">
                  <c:v>46023</c:v>
                </c:pt>
                <c:pt idx="16">
                  <c:v>46113</c:v>
                </c:pt>
                <c:pt idx="17">
                  <c:v>46204</c:v>
                </c:pt>
                <c:pt idx="18">
                  <c:v>46296</c:v>
                </c:pt>
                <c:pt idx="19">
                  <c:v>46388</c:v>
                </c:pt>
                <c:pt idx="20">
                  <c:v>46478</c:v>
                </c:pt>
                <c:pt idx="21">
                  <c:v>46569</c:v>
                </c:pt>
                <c:pt idx="22">
                  <c:v>46661</c:v>
                </c:pt>
                <c:pt idx="23">
                  <c:v>46753</c:v>
                </c:pt>
                <c:pt idx="24">
                  <c:v>46844</c:v>
                </c:pt>
                <c:pt idx="25">
                  <c:v>46935</c:v>
                </c:pt>
                <c:pt idx="26">
                  <c:v>47027</c:v>
                </c:pt>
                <c:pt idx="27">
                  <c:v>47119</c:v>
                </c:pt>
                <c:pt idx="28">
                  <c:v>47209</c:v>
                </c:pt>
                <c:pt idx="29">
                  <c:v>47300</c:v>
                </c:pt>
                <c:pt idx="30">
                  <c:v>47392</c:v>
                </c:pt>
                <c:pt idx="31">
                  <c:v>47484</c:v>
                </c:pt>
                <c:pt idx="32">
                  <c:v>47574</c:v>
                </c:pt>
                <c:pt idx="33">
                  <c:v>47665</c:v>
                </c:pt>
                <c:pt idx="34">
                  <c:v>47757</c:v>
                </c:pt>
                <c:pt idx="35">
                  <c:v>47849</c:v>
                </c:pt>
                <c:pt idx="36">
                  <c:v>47939</c:v>
                </c:pt>
                <c:pt idx="37">
                  <c:v>48030</c:v>
                </c:pt>
                <c:pt idx="38">
                  <c:v>48122</c:v>
                </c:pt>
                <c:pt idx="39">
                  <c:v>48214</c:v>
                </c:pt>
                <c:pt idx="40">
                  <c:v>48305</c:v>
                </c:pt>
                <c:pt idx="41">
                  <c:v>48396</c:v>
                </c:pt>
                <c:pt idx="42">
                  <c:v>48488</c:v>
                </c:pt>
              </c:numCache>
            </c:numRef>
          </c:cat>
          <c:val>
            <c:numRef>
              <c:f>'EV forecast data'!$C$9:$C$51</c:f>
              <c:numCache>
                <c:formatCode>_-* #,##0_-;\-* #,##0_-;_-* "-"??_-;_-@_-</c:formatCode>
                <c:ptCount val="43"/>
                <c:pt idx="0">
                  <c:v>508620.604032751</c:v>
                </c:pt>
                <c:pt idx="1">
                  <c:v>581288.078660578</c:v>
                </c:pt>
                <c:pt idx="2">
                  <c:v>662645.95784376108</c:v>
                </c:pt>
                <c:pt idx="3">
                  <c:v>742726.254279088</c:v>
                </c:pt>
                <c:pt idx="4">
                  <c:v>826080.95985430398</c:v>
                </c:pt>
                <c:pt idx="5">
                  <c:v>912571.04713301605</c:v>
                </c:pt>
                <c:pt idx="6">
                  <c:v>1004266.3630826799</c:v>
                </c:pt>
                <c:pt idx="7">
                  <c:v>1095197.3425489401</c:v>
                </c:pt>
                <c:pt idx="8">
                  <c:v>1188090.46955595</c:v>
                </c:pt>
                <c:pt idx="9">
                  <c:v>1282863.16745095</c:v>
                </c:pt>
                <c:pt idx="10">
                  <c:v>1380755.8263959</c:v>
                </c:pt>
                <c:pt idx="11">
                  <c:v>1478190.3680021302</c:v>
                </c:pt>
                <c:pt idx="12">
                  <c:v>1576801.0192374398</c:v>
                </c:pt>
                <c:pt idx="13">
                  <c:v>1676538.2987262302</c:v>
                </c:pt>
                <c:pt idx="14">
                  <c:v>1778145.6965630599</c:v>
                </c:pt>
                <c:pt idx="15">
                  <c:v>1879478.49722752</c:v>
                </c:pt>
                <c:pt idx="16">
                  <c:v>1981516.2635417001</c:v>
                </c:pt>
                <c:pt idx="17">
                  <c:v>2084229.3364427402</c:v>
                </c:pt>
                <c:pt idx="18">
                  <c:v>2188063.3674197402</c:v>
                </c:pt>
                <c:pt idx="19">
                  <c:v>2291732.8035174301</c:v>
                </c:pt>
                <c:pt idx="20">
                  <c:v>2395824.79947798</c:v>
                </c:pt>
                <c:pt idx="21">
                  <c:v>2500321.5775201302</c:v>
                </c:pt>
                <c:pt idx="22">
                  <c:v>2605490.2633294798</c:v>
                </c:pt>
                <c:pt idx="23">
                  <c:v>2710560.2901612399</c:v>
                </c:pt>
                <c:pt idx="24">
                  <c:v>2815883.6014469299</c:v>
                </c:pt>
                <c:pt idx="25">
                  <c:v>2921449.5410974002</c:v>
                </c:pt>
                <c:pt idx="26">
                  <c:v>3027418.2255585101</c:v>
                </c:pt>
                <c:pt idx="27">
                  <c:v>3133327.7733446499</c:v>
                </c:pt>
                <c:pt idx="28">
                  <c:v>3239389.1410745601</c:v>
                </c:pt>
                <c:pt idx="29">
                  <c:v>3345595.9414361701</c:v>
                </c:pt>
                <c:pt idx="30">
                  <c:v>3452044.1490122997</c:v>
                </c:pt>
                <c:pt idx="31">
                  <c:v>3558456.9097754601</c:v>
                </c:pt>
                <c:pt idx="32">
                  <c:v>3664960.6721574399</c:v>
                </c:pt>
                <c:pt idx="33">
                  <c:v>3771551.6075720401</c:v>
                </c:pt>
                <c:pt idx="34">
                  <c:v>3878287.2436548802</c:v>
                </c:pt>
                <c:pt idx="35">
                  <c:v>3985001.6327442001</c:v>
                </c:pt>
                <c:pt idx="36">
                  <c:v>4091770.5686500999</c:v>
                </c:pt>
                <c:pt idx="37">
                  <c:v>4198591.7564992495</c:v>
                </c:pt>
                <c:pt idx="38">
                  <c:v>4305499.6786385505</c:v>
                </c:pt>
                <c:pt idx="39">
                  <c:v>4412394.8652257407</c:v>
                </c:pt>
                <c:pt idx="40">
                  <c:v>4519322.7474422799</c:v>
                </c:pt>
                <c:pt idx="41">
                  <c:v>4626281.9497298393</c:v>
                </c:pt>
                <c:pt idx="42">
                  <c:v>4733293.1409762595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52-43F0-BC9D-D8FFADB6A6CB}"/>
            </c:ext>
          </c:extLst>
        </c:ser>
        <c:ser>
          <c:idx val="1"/>
          <c:order val="1"/>
          <c:tx>
            <c:v>BEV lower bound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'EV forecast data'!$D$9:$D$51</c:f>
              <c:numCache>
                <c:formatCode>_-* #,##0_-;\-* #,##0_-;_-* "-"??_-;_-@_-</c:formatCode>
                <c:ptCount val="43"/>
                <c:pt idx="0">
                  <c:v>496950.28982709697</c:v>
                </c:pt>
                <c:pt idx="1">
                  <c:v>559051.57342232997</c:v>
                </c:pt>
                <c:pt idx="2">
                  <c:v>627004.56516196695</c:v>
                </c:pt>
                <c:pt idx="3">
                  <c:v>691961.335434529</c:v>
                </c:pt>
                <c:pt idx="4">
                  <c:v>753639.81306083396</c:v>
                </c:pt>
                <c:pt idx="5">
                  <c:v>815594.92515464395</c:v>
                </c:pt>
                <c:pt idx="6">
                  <c:v>879625.77954693499</c:v>
                </c:pt>
                <c:pt idx="7">
                  <c:v>940436.33933311794</c:v>
                </c:pt>
                <c:pt idx="8">
                  <c:v>998500.16383440304</c:v>
                </c:pt>
                <c:pt idx="9">
                  <c:v>1055414.8030842501</c:v>
                </c:pt>
                <c:pt idx="10">
                  <c:v>1112403.5580414101</c:v>
                </c:pt>
                <c:pt idx="11">
                  <c:v>1166305.79968049</c:v>
                </c:pt>
                <c:pt idx="12">
                  <c:v>1217669.1341381099</c:v>
                </c:pt>
                <c:pt idx="13">
                  <c:v>1267309.0439139002</c:v>
                </c:pt>
                <c:pt idx="14">
                  <c:v>1316011.1130217798</c:v>
                </c:pt>
                <c:pt idx="15">
                  <c:v>1361892.82904697</c:v>
                </c:pt>
                <c:pt idx="16">
                  <c:v>1405399.8783046701</c:v>
                </c:pt>
                <c:pt idx="17">
                  <c:v>1446979.91258693</c:v>
                </c:pt>
                <c:pt idx="18">
                  <c:v>1487132.91738554</c:v>
                </c:pt>
                <c:pt idx="19">
                  <c:v>1524743.14101344</c:v>
                </c:pt>
                <c:pt idx="20">
                  <c:v>1560136.8866452598</c:v>
                </c:pt>
                <c:pt idx="21">
                  <c:v>1593573.7531327701</c:v>
                </c:pt>
                <c:pt idx="22">
                  <c:v>1625373.15939566</c:v>
                </c:pt>
                <c:pt idx="23">
                  <c:v>1654878.4599606299</c:v>
                </c:pt>
                <c:pt idx="24">
                  <c:v>1682318.65199362</c:v>
                </c:pt>
                <c:pt idx="25">
                  <c:v>1707851.84870995</c:v>
                </c:pt>
                <c:pt idx="26">
                  <c:v>1731684.2915269102</c:v>
                </c:pt>
                <c:pt idx="27">
                  <c:v>1753433.3928901402</c:v>
                </c:pt>
                <c:pt idx="28">
                  <c:v>1773257.3831136101</c:v>
                </c:pt>
                <c:pt idx="29">
                  <c:v>1791257.2781967202</c:v>
                </c:pt>
                <c:pt idx="30">
                  <c:v>1807568.4185572199</c:v>
                </c:pt>
                <c:pt idx="31">
                  <c:v>1821971.1991290501</c:v>
                </c:pt>
                <c:pt idx="32">
                  <c:v>1834574.9061899201</c:v>
                </c:pt>
                <c:pt idx="33">
                  <c:v>1845447.2431832401</c:v>
                </c:pt>
                <c:pt idx="34">
                  <c:v>1854678.9585933599</c:v>
                </c:pt>
                <c:pt idx="35">
                  <c:v>1862146.91897063</c:v>
                </c:pt>
                <c:pt idx="36">
                  <c:v>1867927.36769457</c:v>
                </c:pt>
                <c:pt idx="37">
                  <c:v>1872067.8886036701</c:v>
                </c:pt>
                <c:pt idx="38">
                  <c:v>1874630.9764749301</c:v>
                </c:pt>
                <c:pt idx="39">
                  <c:v>1875550.24920344</c:v>
                </c:pt>
                <c:pt idx="40">
                  <c:v>1874879.8716486299</c:v>
                </c:pt>
                <c:pt idx="41">
                  <c:v>1872654.8476645499</c:v>
                </c:pt>
                <c:pt idx="42">
                  <c:v>1868919.57744707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52-43F0-BC9D-D8FFADB6A6CB}"/>
            </c:ext>
          </c:extLst>
        </c:ser>
        <c:ser>
          <c:idx val="2"/>
          <c:order val="2"/>
          <c:tx>
            <c:v>BEV upper bound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'EV forecast data'!$E$9:$E$51</c:f>
              <c:numCache>
                <c:formatCode>_-* #,##0_-;\-* #,##0_-;_-* "-"??_-;_-@_-</c:formatCode>
                <c:ptCount val="43"/>
                <c:pt idx="0">
                  <c:v>520290.91823840601</c:v>
                </c:pt>
                <c:pt idx="1">
                  <c:v>603524.58389882697</c:v>
                </c:pt>
                <c:pt idx="2">
                  <c:v>698287.35052555392</c:v>
                </c:pt>
                <c:pt idx="3">
                  <c:v>793491.17312364699</c:v>
                </c:pt>
                <c:pt idx="4">
                  <c:v>898522.10664777295</c:v>
                </c:pt>
                <c:pt idx="5">
                  <c:v>1009547.16911139</c:v>
                </c:pt>
                <c:pt idx="6">
                  <c:v>1128906.9466184301</c:v>
                </c:pt>
                <c:pt idx="7">
                  <c:v>1249958.3457647599</c:v>
                </c:pt>
                <c:pt idx="8">
                  <c:v>1377680.7752775</c:v>
                </c:pt>
                <c:pt idx="9">
                  <c:v>1510311.53181765</c:v>
                </c:pt>
                <c:pt idx="10">
                  <c:v>1649108.0947503799</c:v>
                </c:pt>
                <c:pt idx="11">
                  <c:v>1790074.9363237801</c:v>
                </c:pt>
                <c:pt idx="12">
                  <c:v>1935932.9043367801</c:v>
                </c:pt>
                <c:pt idx="13">
                  <c:v>2085767.5535385602</c:v>
                </c:pt>
                <c:pt idx="14">
                  <c:v>2240280.2801043401</c:v>
                </c:pt>
                <c:pt idx="15">
                  <c:v>2397064.16540808</c:v>
                </c:pt>
                <c:pt idx="16">
                  <c:v>2557632.6487787399</c:v>
                </c:pt>
                <c:pt idx="17">
                  <c:v>2721478.7602985399</c:v>
                </c:pt>
                <c:pt idx="18">
                  <c:v>2888993.8174539502</c:v>
                </c:pt>
                <c:pt idx="19">
                  <c:v>3058722.4660214102</c:v>
                </c:pt>
                <c:pt idx="20">
                  <c:v>3231512.71231069</c:v>
                </c:pt>
                <c:pt idx="21">
                  <c:v>3407069.4019074901</c:v>
                </c:pt>
                <c:pt idx="22">
                  <c:v>3585607.3672632901</c:v>
                </c:pt>
                <c:pt idx="23">
                  <c:v>3766242.1203618599</c:v>
                </c:pt>
                <c:pt idx="24">
                  <c:v>3949448.5509002502</c:v>
                </c:pt>
                <c:pt idx="25">
                  <c:v>4135047.2334848503</c:v>
                </c:pt>
                <c:pt idx="26">
                  <c:v>4323152.1595901204</c:v>
                </c:pt>
                <c:pt idx="27">
                  <c:v>4513222.1537991604</c:v>
                </c:pt>
                <c:pt idx="28">
                  <c:v>4705520.8990355209</c:v>
                </c:pt>
                <c:pt idx="29">
                  <c:v>4899934.6046756096</c:v>
                </c:pt>
                <c:pt idx="30">
                  <c:v>5096519.8794673895</c:v>
                </c:pt>
                <c:pt idx="31">
                  <c:v>5294942.6204218697</c:v>
                </c:pt>
                <c:pt idx="32">
                  <c:v>5495346.43812495</c:v>
                </c:pt>
                <c:pt idx="33">
                  <c:v>5697655.9719608407</c:v>
                </c:pt>
                <c:pt idx="34">
                  <c:v>5901895.5287164003</c:v>
                </c:pt>
                <c:pt idx="35">
                  <c:v>6107856.3465177706</c:v>
                </c:pt>
                <c:pt idx="36">
                  <c:v>6315613.7696056198</c:v>
                </c:pt>
                <c:pt idx="37">
                  <c:v>6525115.6243948303</c:v>
                </c:pt>
                <c:pt idx="38">
                  <c:v>6736368.3808021694</c:v>
                </c:pt>
                <c:pt idx="39">
                  <c:v>6949239.4812480295</c:v>
                </c:pt>
                <c:pt idx="40">
                  <c:v>7163765.6232359204</c:v>
                </c:pt>
                <c:pt idx="41">
                  <c:v>7379909.0517951297</c:v>
                </c:pt>
                <c:pt idx="42">
                  <c:v>7597666.7045054603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D52-43F0-BC9D-D8FFADB6A6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93822560"/>
        <c:axId val="1293832128"/>
      </c:lineChart>
      <c:dateAx>
        <c:axId val="12938225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3832128"/>
        <c:crosses val="autoZero"/>
        <c:auto val="1"/>
        <c:lblOffset val="100"/>
        <c:baseTimeUnit val="months"/>
      </c:dateAx>
      <c:valAx>
        <c:axId val="1293832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Licensed</a:t>
                </a:r>
                <a:r>
                  <a:rPr lang="en-GB" baseline="0"/>
                  <a:t> BEV  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3822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1247090988626427"/>
          <c:y val="0.44320501603966173"/>
          <c:w val="0.27086242344706912"/>
          <c:h val="0.234376640419947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PHEV</a:t>
            </a:r>
            <a:r>
              <a:rPr lang="en-US" baseline="0"/>
              <a:t> Car Parc Forecast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PHEV mid point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'EV forecast data'!$A$9:$A$51</c:f>
              <c:numCache>
                <c:formatCode>m/d/yyyy</c:formatCode>
                <c:ptCount val="43"/>
                <c:pt idx="0">
                  <c:v>44652</c:v>
                </c:pt>
                <c:pt idx="1">
                  <c:v>44743</c:v>
                </c:pt>
                <c:pt idx="2">
                  <c:v>44835</c:v>
                </c:pt>
                <c:pt idx="3">
                  <c:v>44927</c:v>
                </c:pt>
                <c:pt idx="4">
                  <c:v>45017</c:v>
                </c:pt>
                <c:pt idx="5">
                  <c:v>45108</c:v>
                </c:pt>
                <c:pt idx="6">
                  <c:v>45200</c:v>
                </c:pt>
                <c:pt idx="7">
                  <c:v>45292</c:v>
                </c:pt>
                <c:pt idx="8">
                  <c:v>45383</c:v>
                </c:pt>
                <c:pt idx="9">
                  <c:v>45474</c:v>
                </c:pt>
                <c:pt idx="10">
                  <c:v>45566</c:v>
                </c:pt>
                <c:pt idx="11">
                  <c:v>45658</c:v>
                </c:pt>
                <c:pt idx="12">
                  <c:v>45748</c:v>
                </c:pt>
                <c:pt idx="13">
                  <c:v>45839</c:v>
                </c:pt>
                <c:pt idx="14">
                  <c:v>45931</c:v>
                </c:pt>
                <c:pt idx="15">
                  <c:v>46023</c:v>
                </c:pt>
                <c:pt idx="16">
                  <c:v>46113</c:v>
                </c:pt>
                <c:pt idx="17">
                  <c:v>46204</c:v>
                </c:pt>
                <c:pt idx="18">
                  <c:v>46296</c:v>
                </c:pt>
                <c:pt idx="19">
                  <c:v>46388</c:v>
                </c:pt>
                <c:pt idx="20">
                  <c:v>46478</c:v>
                </c:pt>
                <c:pt idx="21">
                  <c:v>46569</c:v>
                </c:pt>
                <c:pt idx="22">
                  <c:v>46661</c:v>
                </c:pt>
                <c:pt idx="23">
                  <c:v>46753</c:v>
                </c:pt>
                <c:pt idx="24">
                  <c:v>46844</c:v>
                </c:pt>
                <c:pt idx="25">
                  <c:v>46935</c:v>
                </c:pt>
                <c:pt idx="26">
                  <c:v>47027</c:v>
                </c:pt>
                <c:pt idx="27">
                  <c:v>47119</c:v>
                </c:pt>
                <c:pt idx="28">
                  <c:v>47209</c:v>
                </c:pt>
                <c:pt idx="29">
                  <c:v>47300</c:v>
                </c:pt>
                <c:pt idx="30">
                  <c:v>47392</c:v>
                </c:pt>
                <c:pt idx="31">
                  <c:v>47484</c:v>
                </c:pt>
                <c:pt idx="32">
                  <c:v>47574</c:v>
                </c:pt>
                <c:pt idx="33">
                  <c:v>47665</c:v>
                </c:pt>
                <c:pt idx="34">
                  <c:v>47757</c:v>
                </c:pt>
                <c:pt idx="35">
                  <c:v>47849</c:v>
                </c:pt>
                <c:pt idx="36">
                  <c:v>47939</c:v>
                </c:pt>
                <c:pt idx="37">
                  <c:v>48030</c:v>
                </c:pt>
                <c:pt idx="38">
                  <c:v>48122</c:v>
                </c:pt>
                <c:pt idx="39">
                  <c:v>48214</c:v>
                </c:pt>
                <c:pt idx="40">
                  <c:v>48305</c:v>
                </c:pt>
                <c:pt idx="41">
                  <c:v>48396</c:v>
                </c:pt>
                <c:pt idx="42">
                  <c:v>48488</c:v>
                </c:pt>
              </c:numCache>
            </c:numRef>
          </c:cat>
          <c:val>
            <c:numRef>
              <c:f>'EV forecast data'!$I$9:$I$51</c:f>
              <c:numCache>
                <c:formatCode>_-* #,##0_-;\-* #,##0_-;_-* "-"??_-;_-@_-</c:formatCode>
                <c:ptCount val="43"/>
                <c:pt idx="0">
                  <c:v>375651</c:v>
                </c:pt>
                <c:pt idx="1">
                  <c:v>402756</c:v>
                </c:pt>
                <c:pt idx="2">
                  <c:v>429861</c:v>
                </c:pt>
                <c:pt idx="3">
                  <c:v>456966</c:v>
                </c:pt>
                <c:pt idx="4">
                  <c:v>484071</c:v>
                </c:pt>
                <c:pt idx="5">
                  <c:v>511176</c:v>
                </c:pt>
                <c:pt idx="6">
                  <c:v>538281.00000000093</c:v>
                </c:pt>
                <c:pt idx="7">
                  <c:v>565386.00000000105</c:v>
                </c:pt>
                <c:pt idx="8">
                  <c:v>592491.00000000105</c:v>
                </c:pt>
                <c:pt idx="9">
                  <c:v>619596.00000000105</c:v>
                </c:pt>
                <c:pt idx="10">
                  <c:v>646701.00000000105</c:v>
                </c:pt>
                <c:pt idx="11">
                  <c:v>673806.00000000093</c:v>
                </c:pt>
                <c:pt idx="12">
                  <c:v>700911.00000000093</c:v>
                </c:pt>
                <c:pt idx="13">
                  <c:v>728016.00000000093</c:v>
                </c:pt>
                <c:pt idx="14">
                  <c:v>755121.00000000198</c:v>
                </c:pt>
                <c:pt idx="15">
                  <c:v>782226.0000000021</c:v>
                </c:pt>
                <c:pt idx="16">
                  <c:v>809331.00000000198</c:v>
                </c:pt>
                <c:pt idx="17">
                  <c:v>836436.00000000198</c:v>
                </c:pt>
                <c:pt idx="18">
                  <c:v>863541.00000000198</c:v>
                </c:pt>
                <c:pt idx="19">
                  <c:v>890646.00000000198</c:v>
                </c:pt>
                <c:pt idx="20">
                  <c:v>917751.00000000198</c:v>
                </c:pt>
                <c:pt idx="21">
                  <c:v>944856.0000000021</c:v>
                </c:pt>
                <c:pt idx="22">
                  <c:v>971961.00000000303</c:v>
                </c:pt>
                <c:pt idx="23">
                  <c:v>999066.00000000303</c:v>
                </c:pt>
                <c:pt idx="24">
                  <c:v>1026171</c:v>
                </c:pt>
                <c:pt idx="25">
                  <c:v>1053276</c:v>
                </c:pt>
                <c:pt idx="26">
                  <c:v>1080381</c:v>
                </c:pt>
                <c:pt idx="27">
                  <c:v>1107486</c:v>
                </c:pt>
                <c:pt idx="28">
                  <c:v>1134591</c:v>
                </c:pt>
                <c:pt idx="29">
                  <c:v>1161696</c:v>
                </c:pt>
                <c:pt idx="30">
                  <c:v>1188801</c:v>
                </c:pt>
                <c:pt idx="31">
                  <c:v>1215906</c:v>
                </c:pt>
                <c:pt idx="32">
                  <c:v>1243011</c:v>
                </c:pt>
                <c:pt idx="33">
                  <c:v>1270116.00000001</c:v>
                </c:pt>
                <c:pt idx="34">
                  <c:v>1297221.00000001</c:v>
                </c:pt>
                <c:pt idx="35">
                  <c:v>1324326.00000001</c:v>
                </c:pt>
                <c:pt idx="36">
                  <c:v>1351431.00000001</c:v>
                </c:pt>
                <c:pt idx="37">
                  <c:v>1378536.00000001</c:v>
                </c:pt>
                <c:pt idx="38">
                  <c:v>1405641.00000001</c:v>
                </c:pt>
                <c:pt idx="39">
                  <c:v>1432746.00000001</c:v>
                </c:pt>
                <c:pt idx="40">
                  <c:v>1459851.0000000098</c:v>
                </c:pt>
                <c:pt idx="41">
                  <c:v>1486956.00000001</c:v>
                </c:pt>
                <c:pt idx="42">
                  <c:v>1514061.00000001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699-4398-975D-6E906C25E200}"/>
            </c:ext>
          </c:extLst>
        </c:ser>
        <c:ser>
          <c:idx val="1"/>
          <c:order val="1"/>
          <c:tx>
            <c:v>PHEV lower bound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'EV forecast data'!$J$9:$J$51</c:f>
              <c:numCache>
                <c:formatCode>_-* #,##0_-;\-* #,##0_-;_-* "-"??_-;_-@_-</c:formatCode>
                <c:ptCount val="43"/>
                <c:pt idx="0">
                  <c:v>367968.128245331</c:v>
                </c:pt>
                <c:pt idx="1">
                  <c:v>385576.57649414701</c:v>
                </c:pt>
                <c:pt idx="2">
                  <c:v>401114.32614750497</c:v>
                </c:pt>
                <c:pt idx="3">
                  <c:v>414885.178335484</c:v>
                </c:pt>
                <c:pt idx="4">
                  <c:v>427093.29811647302</c:v>
                </c:pt>
                <c:pt idx="5">
                  <c:v>437886.07453762105</c:v>
                </c:pt>
                <c:pt idx="6">
                  <c:v>447376.03547211003</c:v>
                </c:pt>
                <c:pt idx="7">
                  <c:v>455652.64247671398</c:v>
                </c:pt>
                <c:pt idx="8">
                  <c:v>462789.19683740899</c:v>
                </c:pt>
                <c:pt idx="9">
                  <c:v>468847.17054021003</c:v>
                </c:pt>
                <c:pt idx="10">
                  <c:v>473879.07341156498</c:v>
                </c:pt>
                <c:pt idx="11">
                  <c:v>477930.43501255603</c:v>
                </c:pt>
                <c:pt idx="12">
                  <c:v>481041.22361286299</c:v>
                </c:pt>
                <c:pt idx="13">
                  <c:v>483246.89211529697</c:v>
                </c:pt>
                <c:pt idx="14">
                  <c:v>484579.16808785498</c:v>
                </c:pt>
                <c:pt idx="15">
                  <c:v>485066.66307039198</c:v>
                </c:pt>
                <c:pt idx="16">
                  <c:v>484735.35101242195</c:v>
                </c:pt>
                <c:pt idx="17">
                  <c:v>483608.94987084204</c:v>
                </c:pt>
                <c:pt idx="18">
                  <c:v>481709.23017882399</c:v>
                </c:pt>
                <c:pt idx="19">
                  <c:v>479056.26761561597</c:v>
                </c:pt>
                <c:pt idx="20">
                  <c:v>475668.65199448197</c:v>
                </c:pt>
                <c:pt idx="21">
                  <c:v>471563.66188005998</c:v>
                </c:pt>
                <c:pt idx="22">
                  <c:v>466757.41177447297</c:v>
                </c:pt>
                <c:pt idx="23">
                  <c:v>461264.97717316</c:v>
                </c:pt>
                <c:pt idx="24">
                  <c:v>455100.50159128505</c:v>
                </c:pt>
                <c:pt idx="25">
                  <c:v>448277.28876972402</c:v>
                </c:pt>
                <c:pt idx="26">
                  <c:v>440807.88259828999</c:v>
                </c:pt>
                <c:pt idx="27">
                  <c:v>432704.13678232499</c:v>
                </c:pt>
                <c:pt idx="28">
                  <c:v>423977.27588483901</c:v>
                </c:pt>
                <c:pt idx="29">
                  <c:v>414637.949069792</c:v>
                </c:pt>
                <c:pt idx="30">
                  <c:v>404696.27763137099</c:v>
                </c:pt>
                <c:pt idx="31">
                  <c:v>394161.89720336499</c:v>
                </c:pt>
                <c:pt idx="32">
                  <c:v>383043.99539039098</c:v>
                </c:pt>
                <c:pt idx="33">
                  <c:v>371351.34544013604</c:v>
                </c:pt>
                <c:pt idx="34">
                  <c:v>359092.33647643495</c:v>
                </c:pt>
                <c:pt idx="35">
                  <c:v>346275.00073195697</c:v>
                </c:pt>
                <c:pt idx="36">
                  <c:v>332907.03815274598</c:v>
                </c:pt>
                <c:pt idx="37">
                  <c:v>318995.83869192598</c:v>
                </c:pt>
                <c:pt idx="38">
                  <c:v>304548.50256431598</c:v>
                </c:pt>
                <c:pt idx="39">
                  <c:v>289571.85869559698</c:v>
                </c:pt>
                <c:pt idx="40">
                  <c:v>274072.48156780005</c:v>
                </c:pt>
                <c:pt idx="41">
                  <c:v>258056.70663599198</c:v>
                </c:pt>
                <c:pt idx="42">
                  <c:v>241530.64446825901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699-4398-975D-6E906C25E200}"/>
            </c:ext>
          </c:extLst>
        </c:ser>
        <c:ser>
          <c:idx val="2"/>
          <c:order val="2"/>
          <c:tx>
            <c:v>PHEV upper bound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'EV forecast data'!$K$9:$K$51</c:f>
              <c:numCache>
                <c:formatCode>_-* #,##0_-;\-* #,##0_-;_-* "-"??_-;_-@_-</c:formatCode>
                <c:ptCount val="43"/>
                <c:pt idx="0">
                  <c:v>383333.871754669</c:v>
                </c:pt>
                <c:pt idx="1">
                  <c:v>419935.42350585398</c:v>
                </c:pt>
                <c:pt idx="2">
                  <c:v>458607.67385249498</c:v>
                </c:pt>
                <c:pt idx="3">
                  <c:v>499046.821664516</c:v>
                </c:pt>
                <c:pt idx="4">
                  <c:v>541048.70188352803</c:v>
                </c:pt>
                <c:pt idx="5">
                  <c:v>584465.92546238005</c:v>
                </c:pt>
                <c:pt idx="6">
                  <c:v>629185.96452789102</c:v>
                </c:pt>
                <c:pt idx="7">
                  <c:v>675119.35752328706</c:v>
                </c:pt>
                <c:pt idx="8">
                  <c:v>722192.803162592</c:v>
                </c:pt>
                <c:pt idx="9">
                  <c:v>770344.829459792</c:v>
                </c:pt>
                <c:pt idx="10">
                  <c:v>819522.92658843705</c:v>
                </c:pt>
                <c:pt idx="11">
                  <c:v>869681.56498744595</c:v>
                </c:pt>
                <c:pt idx="12">
                  <c:v>920780.77638713899</c:v>
                </c:pt>
                <c:pt idx="13">
                  <c:v>972785.107884706</c:v>
                </c:pt>
                <c:pt idx="14">
                  <c:v>1025662.83191215</c:v>
                </c:pt>
                <c:pt idx="15">
                  <c:v>1079385.33692961</c:v>
                </c:pt>
                <c:pt idx="16">
                  <c:v>1133926.6489875799</c:v>
                </c:pt>
                <c:pt idx="17">
                  <c:v>1189263.0501291601</c:v>
                </c:pt>
                <c:pt idx="18">
                  <c:v>1245372.76982118</c:v>
                </c:pt>
                <c:pt idx="19">
                  <c:v>1302235.73238439</c:v>
                </c:pt>
                <c:pt idx="20">
                  <c:v>1359833.3480055202</c:v>
                </c:pt>
                <c:pt idx="21">
                  <c:v>1418148.3381199501</c:v>
                </c:pt>
                <c:pt idx="22">
                  <c:v>1477164.58822553</c:v>
                </c:pt>
                <c:pt idx="23">
                  <c:v>1536867.0228268499</c:v>
                </c:pt>
                <c:pt idx="24">
                  <c:v>1597241.4984087199</c:v>
                </c:pt>
                <c:pt idx="25">
                  <c:v>1658274.7112302799</c:v>
                </c:pt>
                <c:pt idx="26">
                  <c:v>1719954.11740172</c:v>
                </c:pt>
                <c:pt idx="27">
                  <c:v>1782267.86321768</c:v>
                </c:pt>
                <c:pt idx="28">
                  <c:v>1845204.7241151698</c:v>
                </c:pt>
                <c:pt idx="29">
                  <c:v>1908754.0509302199</c:v>
                </c:pt>
                <c:pt idx="30">
                  <c:v>1972905.7223686399</c:v>
                </c:pt>
                <c:pt idx="31">
                  <c:v>2037650.10279664</c:v>
                </c:pt>
                <c:pt idx="32">
                  <c:v>2102978.0046096197</c:v>
                </c:pt>
                <c:pt idx="33">
                  <c:v>2168880.6545598698</c:v>
                </c:pt>
                <c:pt idx="34">
                  <c:v>2235349.6635235799</c:v>
                </c:pt>
                <c:pt idx="35">
                  <c:v>2302376.9992680498</c:v>
                </c:pt>
                <c:pt idx="36">
                  <c:v>2369954.9618472704</c:v>
                </c:pt>
                <c:pt idx="37">
                  <c:v>2438076.1613080897</c:v>
                </c:pt>
                <c:pt idx="38">
                  <c:v>2506733.4974357001</c:v>
                </c:pt>
                <c:pt idx="39">
                  <c:v>2575920.1413044203</c:v>
                </c:pt>
                <c:pt idx="40">
                  <c:v>2645629.5184322097</c:v>
                </c:pt>
                <c:pt idx="41">
                  <c:v>2715855.2933640201</c:v>
                </c:pt>
                <c:pt idx="42">
                  <c:v>2786591.35553176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699-4398-975D-6E906C25E2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94308208"/>
        <c:axId val="1394312784"/>
      </c:lineChart>
      <c:dateAx>
        <c:axId val="13943082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4312784"/>
        <c:crosses val="autoZero"/>
        <c:auto val="1"/>
        <c:lblOffset val="100"/>
        <c:baseTimeUnit val="months"/>
      </c:dateAx>
      <c:valAx>
        <c:axId val="139431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Licensed</a:t>
                </a:r>
                <a:r>
                  <a:rPr lang="en-GB" baseline="0"/>
                  <a:t> PHEV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4308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BEV (Manheim Market Share)</a:t>
            </a:r>
            <a:r>
              <a:rPr lang="en-GB" baseline="0"/>
              <a:t> Forecast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BEV mid point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'Forecast - summary'!$A$40:$A$50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'Forecast - summary'!$E$40:$E$50</c:f>
              <c:numCache>
                <c:formatCode>_-* #,##0_-;\-* #,##0_-;_-* "-"??_-;_-@_-</c:formatCode>
                <c:ptCount val="11"/>
                <c:pt idx="0">
                  <c:v>4331.0539804668224</c:v>
                </c:pt>
                <c:pt idx="1">
                  <c:v>6563.8849491083956</c:v>
                </c:pt>
                <c:pt idx="2">
                  <c:v>9024.620081323601</c:v>
                </c:pt>
                <c:pt idx="3">
                  <c:v>11621.960272736158</c:v>
                </c:pt>
                <c:pt idx="4">
                  <c:v>14301.18216945542</c:v>
                </c:pt>
                <c:pt idx="5">
                  <c:v>17029.484361121478</c:v>
                </c:pt>
                <c:pt idx="6">
                  <c:v>19787.20552225042</c:v>
                </c:pt>
                <c:pt idx="7">
                  <c:v>22562.560557944387</c:v>
                </c:pt>
                <c:pt idx="8">
                  <c:v>25348.485424528295</c:v>
                </c:pt>
                <c:pt idx="9">
                  <c:v>28140.745899581565</c:v>
                </c:pt>
                <c:pt idx="10">
                  <c:v>30936.803969420827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82-4AA8-B216-CB86CCBE83DA}"/>
            </c:ext>
          </c:extLst>
        </c:ser>
        <c:ser>
          <c:idx val="1"/>
          <c:order val="1"/>
          <c:tx>
            <c:v>BEV lower bound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'Forecast - summary'!$A$40:$A$50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'Forecast - summary'!$F$40:$F$50</c:f>
              <c:numCache>
                <c:formatCode>_-* #,##0_-;\-* #,##0_-;_-* "-"??_-;_-@_-</c:formatCode>
                <c:ptCount val="11"/>
                <c:pt idx="0">
                  <c:v>4098.1018378986155</c:v>
                </c:pt>
                <c:pt idx="1">
                  <c:v>5749.2340951187662</c:v>
                </c:pt>
                <c:pt idx="2">
                  <c:v>7270.6696553586553</c:v>
                </c:pt>
                <c:pt idx="3">
                  <c:v>8601.4486347103521</c:v>
                </c:pt>
                <c:pt idx="4">
                  <c:v>9719.9007480318887</c:v>
                </c:pt>
                <c:pt idx="5">
                  <c:v>10623.438969810033</c:v>
                </c:pt>
                <c:pt idx="6">
                  <c:v>11318.288529419886</c:v>
                </c:pt>
                <c:pt idx="7">
                  <c:v>11814.26718368999</c:v>
                </c:pt>
                <c:pt idx="8">
                  <c:v>12122.1816733662</c:v>
                </c:pt>
                <c:pt idx="9">
                  <c:v>12252.588062240142</c:v>
                </c:pt>
                <c:pt idx="10">
                  <c:v>12215.258358194049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F82-4AA8-B216-CB86CCBE83DA}"/>
            </c:ext>
          </c:extLst>
        </c:ser>
        <c:ser>
          <c:idx val="2"/>
          <c:order val="2"/>
          <c:tx>
            <c:v>BEV upper bound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'Forecast - summary'!$A$40:$A$50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'Forecast - summary'!$G$40:$G$50</c:f>
              <c:numCache>
                <c:formatCode>_-* #,##0_-;\-* #,##0_-;_-* "-"??_-;_-@_-</c:formatCode>
                <c:ptCount val="11"/>
                <c:pt idx="0">
                  <c:v>4564.0061230350202</c:v>
                </c:pt>
                <c:pt idx="1">
                  <c:v>7378.5358030980578</c:v>
                </c:pt>
                <c:pt idx="2">
                  <c:v>10778.570507288481</c:v>
                </c:pt>
                <c:pt idx="3">
                  <c:v>14642.471910761966</c:v>
                </c:pt>
                <c:pt idx="4">
                  <c:v>18882.463590879015</c:v>
                </c:pt>
                <c:pt idx="5">
                  <c:v>23435.529752432863</c:v>
                </c:pt>
                <c:pt idx="6">
                  <c:v>28256.122515081028</c:v>
                </c:pt>
                <c:pt idx="7">
                  <c:v>33310.853932198857</c:v>
                </c:pt>
                <c:pt idx="8">
                  <c:v>38574.789175690392</c:v>
                </c:pt>
                <c:pt idx="9">
                  <c:v>44028.903736922977</c:v>
                </c:pt>
                <c:pt idx="10">
                  <c:v>49658.349580647686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F82-4AA8-B216-CB86CCBE83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88975231"/>
        <c:axId val="388976063"/>
      </c:lineChart>
      <c:catAx>
        <c:axId val="3889752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976063"/>
        <c:crosses val="autoZero"/>
        <c:auto val="1"/>
        <c:lblAlgn val="ctr"/>
        <c:lblOffset val="100"/>
        <c:noMultiLvlLbl val="0"/>
      </c:catAx>
      <c:valAx>
        <c:axId val="388976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Licensed</a:t>
                </a:r>
                <a:r>
                  <a:rPr lang="en-GB" baseline="0"/>
                  <a:t> BEV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9752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PHEV (Manheim Market Share) Forecast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PHEV mid point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'Forecast - summary'!$A$40:$A$50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'Forecast - summary'!$K$40:$K$50</c:f>
              <c:numCache>
                <c:formatCode>_-* #,##0_-;\-* #,##0_-;_-* "-"??_-;_-@_-</c:formatCode>
                <c:ptCount val="11"/>
                <c:pt idx="0">
                  <c:v>2809.571496</c:v>
                </c:pt>
                <c:pt idx="1">
                  <c:v>3518.2046160000054</c:v>
                </c:pt>
                <c:pt idx="2">
                  <c:v>4226.8377360000068</c:v>
                </c:pt>
                <c:pt idx="3">
                  <c:v>4935.4708560000126</c:v>
                </c:pt>
                <c:pt idx="4">
                  <c:v>5644.1039760000131</c:v>
                </c:pt>
                <c:pt idx="5">
                  <c:v>6352.7370960000189</c:v>
                </c:pt>
                <c:pt idx="6">
                  <c:v>7061.3702159999993</c:v>
                </c:pt>
                <c:pt idx="7">
                  <c:v>7770.0033359999989</c:v>
                </c:pt>
                <c:pt idx="8">
                  <c:v>8478.6364560000638</c:v>
                </c:pt>
                <c:pt idx="9">
                  <c:v>9187.2695760000643</c:v>
                </c:pt>
                <c:pt idx="10">
                  <c:v>9895.9026960000647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15-43F3-B0FD-B9C66D9BF1F0}"/>
            </c:ext>
          </c:extLst>
        </c:ser>
        <c:ser>
          <c:idx val="1"/>
          <c:order val="1"/>
          <c:tx>
            <c:v>PHEV lower bound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'Forecast - summary'!$A$40:$A$50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'Forecast - summary'!$L$40:$L$50</c:f>
              <c:numCache>
                <c:formatCode>_-* #,##0_-;\-* #,##0_-;_-* "-"??_-;_-@_-</c:formatCode>
                <c:ptCount val="11"/>
                <c:pt idx="0">
                  <c:v>2621.6832357000922</c:v>
                </c:pt>
                <c:pt idx="1">
                  <c:v>2924.0497678457109</c:v>
                </c:pt>
                <c:pt idx="2">
                  <c:v>3097.2736238179887</c:v>
                </c:pt>
                <c:pt idx="3">
                  <c:v>3167.2094426222197</c:v>
                </c:pt>
                <c:pt idx="4">
                  <c:v>3148.4515284487929</c:v>
                </c:pt>
                <c:pt idx="5">
                  <c:v>3050.7264433579553</c:v>
                </c:pt>
                <c:pt idx="6">
                  <c:v>2881.1203206624232</c:v>
                </c:pt>
                <c:pt idx="7">
                  <c:v>2645.0948705986402</c:v>
                </c:pt>
                <c:pt idx="8">
                  <c:v>2347.0275112099789</c:v>
                </c:pt>
                <c:pt idx="9">
                  <c:v>1990.5290127603691</c:v>
                </c:pt>
                <c:pt idx="10">
                  <c:v>1578.6442922445408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15-43F3-B0FD-B9C66D9BF1F0}"/>
            </c:ext>
          </c:extLst>
        </c:ser>
        <c:ser>
          <c:idx val="2"/>
          <c:order val="2"/>
          <c:tx>
            <c:v>PHEV upper bound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'Forecast - summary'!$A$40:$A$50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'Forecast - summary'!$M$40:$M$50</c:f>
              <c:numCache>
                <c:formatCode>_-* #,##0_-;\-* #,##0_-;_-* "-"??_-;_-@_-</c:formatCode>
                <c:ptCount val="11"/>
                <c:pt idx="0">
                  <c:v>2997.459756299907</c:v>
                </c:pt>
                <c:pt idx="1">
                  <c:v>4112.359464154295</c:v>
                </c:pt>
                <c:pt idx="2">
                  <c:v>5356.401848182024</c:v>
                </c:pt>
                <c:pt idx="3">
                  <c:v>6703.7322693778124</c:v>
                </c:pt>
                <c:pt idx="4">
                  <c:v>8139.7564235512318</c:v>
                </c:pt>
                <c:pt idx="5">
                  <c:v>9654.747748642063</c:v>
                </c:pt>
                <c:pt idx="6">
                  <c:v>11241.620111337641</c:v>
                </c:pt>
                <c:pt idx="7">
                  <c:v>12894.911801401431</c:v>
                </c:pt>
                <c:pt idx="8">
                  <c:v>14610.245400790118</c:v>
                </c:pt>
                <c:pt idx="9">
                  <c:v>16384.010139239734</c:v>
                </c:pt>
                <c:pt idx="10">
                  <c:v>18213.161099755584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15-43F3-B0FD-B9C66D9BF1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19193359"/>
        <c:axId val="519195439"/>
      </c:lineChart>
      <c:catAx>
        <c:axId val="5191933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9195439"/>
        <c:crosses val="autoZero"/>
        <c:auto val="1"/>
        <c:lblAlgn val="ctr"/>
        <c:lblOffset val="100"/>
        <c:noMultiLvlLbl val="0"/>
      </c:catAx>
      <c:valAx>
        <c:axId val="519195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Licensed</a:t>
                </a:r>
                <a:r>
                  <a:rPr lang="en-GB" baseline="0"/>
                  <a:t> PHEV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91933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Historic trend vs Strategic</a:t>
            </a:r>
            <a:r>
              <a:rPr lang="en-GB" baseline="0"/>
              <a:t> Forecast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EV historic trend forecast mid point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'Forecast - summary'!$A$40:$A$50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'Forecast - summary'!$N$40:$N$50</c:f>
              <c:numCache>
                <c:formatCode>_-* #,##0_-;\-* #,##0_-;_-* "-"??_-;_-@_-</c:formatCode>
                <c:ptCount val="11"/>
                <c:pt idx="0">
                  <c:v>1092506.957843761</c:v>
                </c:pt>
                <c:pt idx="1">
                  <c:v>1542547.3630826809</c:v>
                </c:pt>
                <c:pt idx="2">
                  <c:v>2027456.8263959009</c:v>
                </c:pt>
                <c:pt idx="3">
                  <c:v>2533266.6965630618</c:v>
                </c:pt>
                <c:pt idx="4">
                  <c:v>3051604.367419742</c:v>
                </c:pt>
                <c:pt idx="5">
                  <c:v>3577451.2633294826</c:v>
                </c:pt>
                <c:pt idx="6">
                  <c:v>4107799.2255585101</c:v>
                </c:pt>
                <c:pt idx="7">
                  <c:v>4640845.1490122993</c:v>
                </c:pt>
                <c:pt idx="8">
                  <c:v>5175508.24365489</c:v>
                </c:pt>
                <c:pt idx="9">
                  <c:v>5711140.6786385607</c:v>
                </c:pt>
                <c:pt idx="10">
                  <c:v>6247354.1409762697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D1A-4D6A-B528-BE1F8D3D6157}"/>
            </c:ext>
          </c:extLst>
        </c:ser>
        <c:ser>
          <c:idx val="1"/>
          <c:order val="1"/>
          <c:tx>
            <c:v>EV historic trend forecast lower bound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'Forecast - summary'!$O$40:$O$50</c:f>
              <c:numCache>
                <c:formatCode>_-* #,##0_-;\-* #,##0_-;_-* "-"??_-;_-@_-</c:formatCode>
                <c:ptCount val="11"/>
                <c:pt idx="0">
                  <c:v>1028118.8913094719</c:v>
                </c:pt>
                <c:pt idx="1">
                  <c:v>1327001.815019045</c:v>
                </c:pt>
                <c:pt idx="2">
                  <c:v>1586282.6314529751</c:v>
                </c:pt>
                <c:pt idx="3">
                  <c:v>1800590.2811096348</c:v>
                </c:pt>
                <c:pt idx="4">
                  <c:v>1968842.1475643639</c:v>
                </c:pt>
                <c:pt idx="5">
                  <c:v>2092130.5711701331</c:v>
                </c:pt>
                <c:pt idx="6">
                  <c:v>2172492.1741252001</c:v>
                </c:pt>
                <c:pt idx="7">
                  <c:v>2212264.696188591</c:v>
                </c:pt>
                <c:pt idx="8">
                  <c:v>2213771.2950697951</c:v>
                </c:pt>
                <c:pt idx="9">
                  <c:v>2179179.4790392462</c:v>
                </c:pt>
                <c:pt idx="10">
                  <c:v>2110450.2219153289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D1A-4D6A-B528-BE1F8D3D6157}"/>
            </c:ext>
          </c:extLst>
        </c:ser>
        <c:ser>
          <c:idx val="2"/>
          <c:order val="2"/>
          <c:tx>
            <c:v>EV historic trend forecast upper bound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'Forecast - summary'!$P$40:$P$50</c:f>
              <c:numCache>
                <c:formatCode>_-* #,##0_-;\-* #,##0_-;_-* "-"??_-;_-@_-</c:formatCode>
                <c:ptCount val="11"/>
                <c:pt idx="0">
                  <c:v>1156895.024378049</c:v>
                </c:pt>
                <c:pt idx="1">
                  <c:v>1758092.9111463211</c:v>
                </c:pt>
                <c:pt idx="2">
                  <c:v>2468631.0213388167</c:v>
                </c:pt>
                <c:pt idx="3">
                  <c:v>3265943.1120164902</c:v>
                </c:pt>
                <c:pt idx="4">
                  <c:v>4134366.5872751302</c:v>
                </c:pt>
                <c:pt idx="5">
                  <c:v>5062771.9554888196</c:v>
                </c:pt>
                <c:pt idx="6">
                  <c:v>6043106.2769918405</c:v>
                </c:pt>
                <c:pt idx="7">
                  <c:v>7069425.6018360294</c:v>
                </c:pt>
                <c:pt idx="8">
                  <c:v>8137245.1922399802</c:v>
                </c:pt>
                <c:pt idx="9">
                  <c:v>9243101.8782378696</c:v>
                </c:pt>
                <c:pt idx="10">
                  <c:v>10384258.06003722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D1A-4D6A-B528-BE1F8D3D6157}"/>
            </c:ext>
          </c:extLst>
        </c:ser>
        <c:ser>
          <c:idx val="3"/>
          <c:order val="3"/>
          <c:tx>
            <c:v>EV strategic forecast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'Forecast - summary'!$Q$40:$Q$50</c:f>
              <c:numCache>
                <c:formatCode>_-* #,##0_-;\-* #,##0_-;_-* "-"??_-;_-@_-</c:formatCode>
                <c:ptCount val="11"/>
                <c:pt idx="0">
                  <c:v>1156844.4928311692</c:v>
                </c:pt>
                <c:pt idx="1">
                  <c:v>1741038.306481462</c:v>
                </c:pt>
                <c:pt idx="2">
                  <c:v>2369397.7787712449</c:v>
                </c:pt>
                <c:pt idx="3">
                  <c:v>3130907.481351851</c:v>
                </c:pt>
                <c:pt idx="4">
                  <c:v>3997348.1903430102</c:v>
                </c:pt>
                <c:pt idx="5">
                  <c:v>5021482.2586420979</c:v>
                </c:pt>
                <c:pt idx="6">
                  <c:v>6200101.094052908</c:v>
                </c:pt>
                <c:pt idx="7">
                  <c:v>7603009.4363434725</c:v>
                </c:pt>
                <c:pt idx="8">
                  <c:v>9202226.963641163</c:v>
                </c:pt>
                <c:pt idx="9">
                  <c:v>10867831.531842055</c:v>
                </c:pt>
                <c:pt idx="10">
                  <c:v>12475911.497997014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D1A-4D6A-B528-BE1F8D3D61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88986176"/>
        <c:axId val="330680336"/>
      </c:lineChart>
      <c:catAx>
        <c:axId val="12889861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0680336"/>
        <c:crosses val="autoZero"/>
        <c:auto val="1"/>
        <c:lblAlgn val="ctr"/>
        <c:lblOffset val="100"/>
        <c:noMultiLvlLbl val="0"/>
      </c:catAx>
      <c:valAx>
        <c:axId val="330680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EV</a:t>
                </a:r>
                <a:r>
                  <a:rPr lang="en-GB" baseline="0"/>
                  <a:t> 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986176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504571513842396"/>
          <c:y val="0.31401475091701697"/>
          <c:w val="0.28226923039275126"/>
          <c:h val="0.3986486719552519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Distribution</a:t>
            </a:r>
            <a:r>
              <a:rPr lang="en-GB" baseline="0"/>
              <a:t> of BEV and PHEV cars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'branch forecasts'!$B$1:$R$1</c:f>
              <c:strCache>
                <c:ptCount val="17"/>
                <c:pt idx="0">
                  <c:v>Brunting</c:v>
                </c:pt>
                <c:pt idx="1">
                  <c:v>Bristol</c:v>
                </c:pt>
                <c:pt idx="2">
                  <c:v>Vehicle Solutions Leeds</c:v>
                </c:pt>
                <c:pt idx="3">
                  <c:v>Leeds</c:v>
                </c:pt>
                <c:pt idx="4">
                  <c:v>Colchester</c:v>
                </c:pt>
                <c:pt idx="5">
                  <c:v>Wimbledon</c:v>
                </c:pt>
                <c:pt idx="6">
                  <c:v>Vehicle Solutions Coventry</c:v>
                </c:pt>
                <c:pt idx="7">
                  <c:v>Manchester</c:v>
                </c:pt>
                <c:pt idx="8">
                  <c:v>Plymouth</c:v>
                </c:pt>
                <c:pt idx="9">
                  <c:v>Washington</c:v>
                </c:pt>
                <c:pt idx="10">
                  <c:v>Northampton</c:v>
                </c:pt>
                <c:pt idx="11">
                  <c:v>Mansfield</c:v>
                </c:pt>
                <c:pt idx="12">
                  <c:v>Shotts</c:v>
                </c:pt>
                <c:pt idx="13">
                  <c:v>ManheimOnline</c:v>
                </c:pt>
                <c:pt idx="14">
                  <c:v>Birmingham</c:v>
                </c:pt>
                <c:pt idx="15">
                  <c:v>Gloucester</c:v>
                </c:pt>
                <c:pt idx="16">
                  <c:v>Haydock</c:v>
                </c:pt>
              </c:strCache>
            </c:strRef>
          </c:cat>
          <c:val>
            <c:numRef>
              <c:f>'branch forecasts'!$B$4:$R$4</c:f>
              <c:numCache>
                <c:formatCode>0.000</c:formatCode>
                <c:ptCount val="17"/>
                <c:pt idx="0">
                  <c:v>21.100917431192659</c:v>
                </c:pt>
                <c:pt idx="1">
                  <c:v>13.417431192660551</c:v>
                </c:pt>
                <c:pt idx="2">
                  <c:v>12.958715596330276</c:v>
                </c:pt>
                <c:pt idx="3">
                  <c:v>11.353211009174313</c:v>
                </c:pt>
                <c:pt idx="4">
                  <c:v>9.7477064220183482</c:v>
                </c:pt>
                <c:pt idx="5">
                  <c:v>5.3899082568807337</c:v>
                </c:pt>
                <c:pt idx="6">
                  <c:v>5.0458715596330279</c:v>
                </c:pt>
                <c:pt idx="7">
                  <c:v>4.2431192660550456</c:v>
                </c:pt>
                <c:pt idx="8">
                  <c:v>3.669724770642202</c:v>
                </c:pt>
                <c:pt idx="9">
                  <c:v>2.8669724770642202</c:v>
                </c:pt>
                <c:pt idx="10">
                  <c:v>2.6376146788990824</c:v>
                </c:pt>
                <c:pt idx="11">
                  <c:v>2.1788990825688073</c:v>
                </c:pt>
                <c:pt idx="12">
                  <c:v>2.0642201834862384</c:v>
                </c:pt>
                <c:pt idx="13">
                  <c:v>1.3761467889908257</c:v>
                </c:pt>
                <c:pt idx="14">
                  <c:v>1.1467889908256881</c:v>
                </c:pt>
                <c:pt idx="15">
                  <c:v>0.45871559633027525</c:v>
                </c:pt>
                <c:pt idx="16">
                  <c:v>0.34403669724770641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49-4098-B428-C7194C6251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02049872"/>
        <c:axId val="1202050288"/>
      </c:barChart>
      <c:catAx>
        <c:axId val="12020498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2050288"/>
        <c:crosses val="autoZero"/>
        <c:auto val="1"/>
        <c:lblAlgn val="ctr"/>
        <c:lblOffset val="100"/>
        <c:noMultiLvlLbl val="0"/>
      </c:catAx>
      <c:valAx>
        <c:axId val="12020502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Percent</a:t>
                </a:r>
                <a:r>
                  <a:rPr lang="en-GB" baseline="0"/>
                  <a:t> of total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2049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PHEV- mid values</a:t>
            </a:r>
            <a:r>
              <a:rPr lang="en-GB" baseline="0"/>
              <a:t> volume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'PHEV and BEV volumes'!$B$8</c:f>
              <c:strCache>
                <c:ptCount val="1"/>
                <c:pt idx="0">
                  <c:v>Brunting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volumes'!$B$9:$B$19</c:f>
              <c:numCache>
                <c:formatCode>0</c:formatCode>
                <c:ptCount val="11"/>
                <c:pt idx="0">
                  <c:v>592.84536154128432</c:v>
                </c:pt>
                <c:pt idx="1">
                  <c:v>742.37345108257</c:v>
                </c:pt>
                <c:pt idx="2">
                  <c:v>891.90154062385454</c:v>
                </c:pt>
                <c:pt idx="3">
                  <c:v>1041.4296301651402</c:v>
                </c:pt>
                <c:pt idx="4">
                  <c:v>1190.9577197064248</c:v>
                </c:pt>
                <c:pt idx="5">
                  <c:v>1340.4858092477102</c:v>
                </c:pt>
                <c:pt idx="6">
                  <c:v>1490.0138987889907</c:v>
                </c:pt>
                <c:pt idx="7">
                  <c:v>1639.5419883302748</c:v>
                </c:pt>
                <c:pt idx="8">
                  <c:v>1789.0700778715729</c:v>
                </c:pt>
                <c:pt idx="9">
                  <c:v>1938.5981674128575</c:v>
                </c:pt>
                <c:pt idx="10">
                  <c:v>2088.1262569541418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C4-47BC-B91D-ADDA66261116}"/>
            </c:ext>
          </c:extLst>
        </c:ser>
        <c:ser>
          <c:idx val="1"/>
          <c:order val="1"/>
          <c:tx>
            <c:strRef>
              <c:f>'PHEV and BEV volumes'!$C$8</c:f>
              <c:strCache>
                <c:ptCount val="1"/>
                <c:pt idx="0">
                  <c:v>Bristol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volumes'!$C$9:$C$19</c:f>
              <c:numCache>
                <c:formatCode>0</c:formatCode>
                <c:ptCount val="11"/>
                <c:pt idx="0">
                  <c:v>376.97232228440373</c:v>
                </c:pt>
                <c:pt idx="1">
                  <c:v>472.05268356880805</c:v>
                </c:pt>
                <c:pt idx="2">
                  <c:v>567.13304485321203</c:v>
                </c:pt>
                <c:pt idx="3">
                  <c:v>662.2134061376164</c:v>
                </c:pt>
                <c:pt idx="4">
                  <c:v>757.29376742202021</c:v>
                </c:pt>
                <c:pt idx="5">
                  <c:v>852.3741287064247</c:v>
                </c:pt>
                <c:pt idx="6">
                  <c:v>947.45448999082566</c:v>
                </c:pt>
                <c:pt idx="7">
                  <c:v>1042.5348512752294</c:v>
                </c:pt>
                <c:pt idx="8">
                  <c:v>1137.6152125596416</c:v>
                </c:pt>
                <c:pt idx="9">
                  <c:v>1232.6955738440454</c:v>
                </c:pt>
                <c:pt idx="10">
                  <c:v>1327.775935128449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C4-47BC-B91D-ADDA66261116}"/>
            </c:ext>
          </c:extLst>
        </c:ser>
        <c:ser>
          <c:idx val="2"/>
          <c:order val="2"/>
          <c:tx>
            <c:strRef>
              <c:f>'PHEV and BEV volumes'!$D$8</c:f>
              <c:strCache>
                <c:ptCount val="1"/>
                <c:pt idx="0">
                  <c:v>Vehicle Solutions Leeds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volumes'!$D$9:$D$19</c:f>
              <c:numCache>
                <c:formatCode>0</c:formatCode>
                <c:ptCount val="11"/>
                <c:pt idx="0">
                  <c:v>364.08437964220184</c:v>
                </c:pt>
                <c:pt idx="1">
                  <c:v>455.91413028440439</c:v>
                </c:pt>
                <c:pt idx="2">
                  <c:v>547.74388092660638</c:v>
                </c:pt>
                <c:pt idx="3">
                  <c:v>639.57363156880899</c:v>
                </c:pt>
                <c:pt idx="4">
                  <c:v>731.40338221101092</c:v>
                </c:pt>
                <c:pt idx="5">
                  <c:v>823.23313285321342</c:v>
                </c:pt>
                <c:pt idx="6">
                  <c:v>915.06288349541285</c:v>
                </c:pt>
                <c:pt idx="7">
                  <c:v>1006.8926341376146</c:v>
                </c:pt>
                <c:pt idx="8">
                  <c:v>1098.7223847798248</c:v>
                </c:pt>
                <c:pt idx="9">
                  <c:v>1190.5521354220268</c:v>
                </c:pt>
                <c:pt idx="10">
                  <c:v>1282.3818860642286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3C4-47BC-B91D-ADDA66261116}"/>
            </c:ext>
          </c:extLst>
        </c:ser>
        <c:ser>
          <c:idx val="3"/>
          <c:order val="3"/>
          <c:tx>
            <c:strRef>
              <c:f>'PHEV and BEV volumes'!$E$8</c:f>
              <c:strCache>
                <c:ptCount val="1"/>
                <c:pt idx="0">
                  <c:v>Leeds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volumes'!$E$9:$E$19</c:f>
              <c:numCache>
                <c:formatCode>0</c:formatCode>
                <c:ptCount val="11"/>
                <c:pt idx="0">
                  <c:v>318.97658039449544</c:v>
                </c:pt>
                <c:pt idx="1">
                  <c:v>399.42919378899148</c:v>
                </c:pt>
                <c:pt idx="2">
                  <c:v>479.88180718348701</c:v>
                </c:pt>
                <c:pt idx="3">
                  <c:v>560.33442057798311</c:v>
                </c:pt>
                <c:pt idx="4">
                  <c:v>640.78703397247864</c:v>
                </c:pt>
                <c:pt idx="5">
                  <c:v>721.23964736697462</c:v>
                </c:pt>
                <c:pt idx="6">
                  <c:v>801.69226076146788</c:v>
                </c:pt>
                <c:pt idx="7">
                  <c:v>882.14487415596318</c:v>
                </c:pt>
                <c:pt idx="8">
                  <c:v>962.59748755046598</c:v>
                </c:pt>
                <c:pt idx="9">
                  <c:v>1043.0501009449615</c:v>
                </c:pt>
                <c:pt idx="10">
                  <c:v>1123.502714339457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3C4-47BC-B91D-ADDA66261116}"/>
            </c:ext>
          </c:extLst>
        </c:ser>
        <c:ser>
          <c:idx val="4"/>
          <c:order val="4"/>
          <c:tx>
            <c:strRef>
              <c:f>'PHEV and BEV volumes'!$F$8</c:f>
              <c:strCache>
                <c:ptCount val="1"/>
                <c:pt idx="0">
                  <c:v>Colchester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volumes'!$F$9:$F$19</c:f>
              <c:numCache>
                <c:formatCode>0</c:formatCode>
                <c:ptCount val="11"/>
                <c:pt idx="0">
                  <c:v>273.86878114678899</c:v>
                </c:pt>
                <c:pt idx="1">
                  <c:v>342.94425729357846</c:v>
                </c:pt>
                <c:pt idx="2">
                  <c:v>412.01973344036765</c:v>
                </c:pt>
                <c:pt idx="3">
                  <c:v>481.09520958715717</c:v>
                </c:pt>
                <c:pt idx="4">
                  <c:v>550.17068573394624</c:v>
                </c:pt>
                <c:pt idx="5">
                  <c:v>619.24616188073571</c:v>
                </c:pt>
                <c:pt idx="6">
                  <c:v>688.32163802752291</c:v>
                </c:pt>
                <c:pt idx="7">
                  <c:v>757.3971141743117</c:v>
                </c:pt>
                <c:pt idx="8">
                  <c:v>826.47259032110708</c:v>
                </c:pt>
                <c:pt idx="9">
                  <c:v>895.54806646789609</c:v>
                </c:pt>
                <c:pt idx="10">
                  <c:v>964.62354261468511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3C4-47BC-B91D-ADDA66261116}"/>
            </c:ext>
          </c:extLst>
        </c:ser>
        <c:ser>
          <c:idx val="5"/>
          <c:order val="5"/>
          <c:tx>
            <c:strRef>
              <c:f>'PHEV and BEV volumes'!$G$8</c:f>
              <c:strCache>
                <c:ptCount val="1"/>
                <c:pt idx="0">
                  <c:v>Wimbledon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volumes'!$G$9:$G$19</c:f>
              <c:numCache>
                <c:formatCode>0</c:formatCode>
                <c:ptCount val="11"/>
                <c:pt idx="0">
                  <c:v>151.43332604587155</c:v>
                </c:pt>
                <c:pt idx="1">
                  <c:v>189.62800109174339</c:v>
                </c:pt>
                <c:pt idx="2">
                  <c:v>227.82267613761502</c:v>
                </c:pt>
                <c:pt idx="3">
                  <c:v>266.01735118348688</c:v>
                </c:pt>
                <c:pt idx="4">
                  <c:v>304.21202622935851</c:v>
                </c:pt>
                <c:pt idx="5">
                  <c:v>342.40670127523038</c:v>
                </c:pt>
                <c:pt idx="6">
                  <c:v>380.60137632110082</c:v>
                </c:pt>
                <c:pt idx="7">
                  <c:v>418.79605136697239</c:v>
                </c:pt>
                <c:pt idx="8">
                  <c:v>456.99072641284744</c:v>
                </c:pt>
                <c:pt idx="9">
                  <c:v>495.18540145871907</c:v>
                </c:pt>
                <c:pt idx="10">
                  <c:v>533.38007650459065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3C4-47BC-B91D-ADDA66261116}"/>
            </c:ext>
          </c:extLst>
        </c:ser>
        <c:ser>
          <c:idx val="6"/>
          <c:order val="6"/>
          <c:tx>
            <c:strRef>
              <c:f>'PHEV and BEV volumes'!$H$8</c:f>
              <c:strCache>
                <c:ptCount val="1"/>
                <c:pt idx="0">
                  <c:v>Vehicle Solutions Coventry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volumes'!$H$9:$H$19</c:f>
              <c:numCache>
                <c:formatCode>0</c:formatCode>
                <c:ptCount val="11"/>
                <c:pt idx="0">
                  <c:v>141.76736906422019</c:v>
                </c:pt>
                <c:pt idx="1">
                  <c:v>177.52408612844064</c:v>
                </c:pt>
                <c:pt idx="2">
                  <c:v>213.2808031926609</c:v>
                </c:pt>
                <c:pt idx="3">
                  <c:v>249.03752025688141</c:v>
                </c:pt>
                <c:pt idx="4">
                  <c:v>284.7942373211016</c:v>
                </c:pt>
                <c:pt idx="5">
                  <c:v>320.55095438532209</c:v>
                </c:pt>
                <c:pt idx="6">
                  <c:v>356.30767144954132</c:v>
                </c:pt>
                <c:pt idx="7">
                  <c:v>392.06438851376146</c:v>
                </c:pt>
                <c:pt idx="8">
                  <c:v>427.82110557798495</c:v>
                </c:pt>
                <c:pt idx="9">
                  <c:v>463.57782264220515</c:v>
                </c:pt>
                <c:pt idx="10">
                  <c:v>499.33453970642535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C3C4-47BC-B91D-ADDA66261116}"/>
            </c:ext>
          </c:extLst>
        </c:ser>
        <c:ser>
          <c:idx val="7"/>
          <c:order val="7"/>
          <c:tx>
            <c:strRef>
              <c:f>'PHEV and BEV volumes'!$I$8</c:f>
              <c:strCache>
                <c:ptCount val="1"/>
                <c:pt idx="0">
                  <c:v>Manchester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volumes'!$I$9:$I$19</c:f>
              <c:numCache>
                <c:formatCode>0</c:formatCode>
                <c:ptCount val="11"/>
                <c:pt idx="0">
                  <c:v>119.21346944036696</c:v>
                </c:pt>
                <c:pt idx="1">
                  <c:v>149.28161788073419</c:v>
                </c:pt>
                <c:pt idx="2">
                  <c:v>179.34976632110119</c:v>
                </c:pt>
                <c:pt idx="3">
                  <c:v>209.41791476146841</c:v>
                </c:pt>
                <c:pt idx="4">
                  <c:v>239.48606320183538</c:v>
                </c:pt>
                <c:pt idx="5">
                  <c:v>269.55421164220263</c:v>
                </c:pt>
                <c:pt idx="6">
                  <c:v>299.62236008256878</c:v>
                </c:pt>
                <c:pt idx="7">
                  <c:v>329.69050852293572</c:v>
                </c:pt>
                <c:pt idx="8">
                  <c:v>359.7586569633055</c:v>
                </c:pt>
                <c:pt idx="9">
                  <c:v>389.82680540367238</c:v>
                </c:pt>
                <c:pt idx="10">
                  <c:v>419.89495384403943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3C4-47BC-B91D-ADDA66261116}"/>
            </c:ext>
          </c:extLst>
        </c:ser>
        <c:ser>
          <c:idx val="8"/>
          <c:order val="8"/>
          <c:tx>
            <c:strRef>
              <c:f>'PHEV and BEV volumes'!$J$8</c:f>
              <c:strCache>
                <c:ptCount val="1"/>
                <c:pt idx="0">
                  <c:v>Plymouth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volumes'!$J$9:$J$19</c:f>
              <c:numCache>
                <c:formatCode>0</c:formatCode>
                <c:ptCount val="11"/>
                <c:pt idx="0">
                  <c:v>103.10354113761468</c:v>
                </c:pt>
                <c:pt idx="1">
                  <c:v>129.10842627522956</c:v>
                </c:pt>
                <c:pt idx="2">
                  <c:v>155.1133114128443</c:v>
                </c:pt>
                <c:pt idx="3">
                  <c:v>181.11819655045917</c:v>
                </c:pt>
                <c:pt idx="4">
                  <c:v>207.12308168807388</c:v>
                </c:pt>
                <c:pt idx="5">
                  <c:v>233.12796682568879</c:v>
                </c:pt>
                <c:pt idx="6">
                  <c:v>259.13285196330276</c:v>
                </c:pt>
                <c:pt idx="7">
                  <c:v>285.13773710091738</c:v>
                </c:pt>
                <c:pt idx="8">
                  <c:v>311.14262223853444</c:v>
                </c:pt>
                <c:pt idx="9">
                  <c:v>337.14750737614918</c:v>
                </c:pt>
                <c:pt idx="10">
                  <c:v>363.15239251376386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C3C4-47BC-B91D-ADDA66261116}"/>
            </c:ext>
          </c:extLst>
        </c:ser>
        <c:ser>
          <c:idx val="9"/>
          <c:order val="9"/>
          <c:tx>
            <c:strRef>
              <c:f>'PHEV and BEV volumes'!$K$8</c:f>
              <c:strCache>
                <c:ptCount val="1"/>
                <c:pt idx="0">
                  <c:v>Washington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volumes'!$K$9:$K$19</c:f>
              <c:numCache>
                <c:formatCode>0</c:formatCode>
                <c:ptCount val="11"/>
                <c:pt idx="0">
                  <c:v>80.549641513761472</c:v>
                </c:pt>
                <c:pt idx="1">
                  <c:v>100.86595802752308</c:v>
                </c:pt>
                <c:pt idx="2">
                  <c:v>121.1822745412846</c:v>
                </c:pt>
                <c:pt idx="3">
                  <c:v>141.49859105504623</c:v>
                </c:pt>
                <c:pt idx="4">
                  <c:v>161.81490756880771</c:v>
                </c:pt>
                <c:pt idx="5">
                  <c:v>182.13122408256936</c:v>
                </c:pt>
                <c:pt idx="6">
                  <c:v>202.44754059633024</c:v>
                </c:pt>
                <c:pt idx="7">
                  <c:v>222.76385711009169</c:v>
                </c:pt>
                <c:pt idx="8">
                  <c:v>243.08017362385505</c:v>
                </c:pt>
                <c:pt idx="9">
                  <c:v>263.39649013761652</c:v>
                </c:pt>
                <c:pt idx="10">
                  <c:v>283.712806651378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C3C4-47BC-B91D-ADDA66261116}"/>
            </c:ext>
          </c:extLst>
        </c:ser>
        <c:ser>
          <c:idx val="10"/>
          <c:order val="10"/>
          <c:tx>
            <c:strRef>
              <c:f>'PHEV and BEV volumes'!$L$8</c:f>
              <c:strCache>
                <c:ptCount val="1"/>
                <c:pt idx="0">
                  <c:v>Northampton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volumes'!$L$9:$L$19</c:f>
              <c:numCache>
                <c:formatCode>0</c:formatCode>
                <c:ptCount val="11"/>
                <c:pt idx="0">
                  <c:v>74.10567019266054</c:v>
                </c:pt>
                <c:pt idx="1">
                  <c:v>92.79668138532125</c:v>
                </c:pt>
                <c:pt idx="2">
                  <c:v>111.48769257798182</c:v>
                </c:pt>
                <c:pt idx="3">
                  <c:v>130.17870377064253</c:v>
                </c:pt>
                <c:pt idx="4">
                  <c:v>148.8697149633031</c:v>
                </c:pt>
                <c:pt idx="5">
                  <c:v>167.56072615596378</c:v>
                </c:pt>
                <c:pt idx="6">
                  <c:v>186.25173734862383</c:v>
                </c:pt>
                <c:pt idx="7">
                  <c:v>204.94274854128435</c:v>
                </c:pt>
                <c:pt idx="8">
                  <c:v>223.63375973394662</c:v>
                </c:pt>
                <c:pt idx="9">
                  <c:v>242.32477092660719</c:v>
                </c:pt>
                <c:pt idx="10">
                  <c:v>261.01578211926773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C3C4-47BC-B91D-ADDA66261116}"/>
            </c:ext>
          </c:extLst>
        </c:ser>
        <c:ser>
          <c:idx val="11"/>
          <c:order val="11"/>
          <c:tx>
            <c:strRef>
              <c:f>'PHEV and BEV volumes'!$M$8</c:f>
              <c:strCache>
                <c:ptCount val="1"/>
                <c:pt idx="0">
                  <c:v>Mansfield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volumes'!$M$9:$M$19</c:f>
              <c:numCache>
                <c:formatCode>0</c:formatCode>
                <c:ptCount val="11"/>
                <c:pt idx="0">
                  <c:v>61.217727550458712</c:v>
                </c:pt>
                <c:pt idx="1">
                  <c:v>76.658128100917551</c:v>
                </c:pt>
                <c:pt idx="2">
                  <c:v>92.098528651376284</c:v>
                </c:pt>
                <c:pt idx="3">
                  <c:v>107.53892920183513</c:v>
                </c:pt>
                <c:pt idx="4">
                  <c:v>122.97932975229385</c:v>
                </c:pt>
                <c:pt idx="5">
                  <c:v>138.4197303027527</c:v>
                </c:pt>
                <c:pt idx="6">
                  <c:v>153.86013085321099</c:v>
                </c:pt>
                <c:pt idx="7">
                  <c:v>169.30053140366971</c:v>
                </c:pt>
                <c:pt idx="8">
                  <c:v>184.74093195412982</c:v>
                </c:pt>
                <c:pt idx="9">
                  <c:v>200.18133250458854</c:v>
                </c:pt>
                <c:pt idx="10">
                  <c:v>215.62173305504726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C3C4-47BC-B91D-ADDA66261116}"/>
            </c:ext>
          </c:extLst>
        </c:ser>
        <c:ser>
          <c:idx val="12"/>
          <c:order val="12"/>
          <c:tx>
            <c:strRef>
              <c:f>'PHEV and BEV volumes'!$N$8</c:f>
              <c:strCache>
                <c:ptCount val="1"/>
                <c:pt idx="0">
                  <c:v>Shotts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volumes'!$N$9:$N$19</c:f>
              <c:numCache>
                <c:formatCode>0</c:formatCode>
                <c:ptCount val="11"/>
                <c:pt idx="0">
                  <c:v>57.995741889908253</c:v>
                </c:pt>
                <c:pt idx="1">
                  <c:v>72.623489779816623</c:v>
                </c:pt>
                <c:pt idx="2">
                  <c:v>87.251237669724901</c:v>
                </c:pt>
                <c:pt idx="3">
                  <c:v>101.87898555963328</c:v>
                </c:pt>
                <c:pt idx="4">
                  <c:v>116.50673344954156</c:v>
                </c:pt>
                <c:pt idx="5">
                  <c:v>131.13448133944993</c:v>
                </c:pt>
                <c:pt idx="6">
                  <c:v>145.76222922935779</c:v>
                </c:pt>
                <c:pt idx="7">
                  <c:v>160.38997711926604</c:v>
                </c:pt>
                <c:pt idx="8">
                  <c:v>175.01772500917562</c:v>
                </c:pt>
                <c:pt idx="9">
                  <c:v>189.64547289908387</c:v>
                </c:pt>
                <c:pt idx="10">
                  <c:v>204.27322078899215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C3C4-47BC-B91D-ADDA66261116}"/>
            </c:ext>
          </c:extLst>
        </c:ser>
        <c:ser>
          <c:idx val="13"/>
          <c:order val="13"/>
          <c:tx>
            <c:strRef>
              <c:f>'PHEV and BEV volumes'!$O$8</c:f>
              <c:strCache>
                <c:ptCount val="1"/>
                <c:pt idx="0">
                  <c:v>ManheimOnline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volumes'!$O$9:$O$19</c:f>
              <c:numCache>
                <c:formatCode>0</c:formatCode>
                <c:ptCount val="11"/>
                <c:pt idx="0">
                  <c:v>38.663827926605506</c:v>
                </c:pt>
                <c:pt idx="1">
                  <c:v>48.415659853211082</c:v>
                </c:pt>
                <c:pt idx="2">
                  <c:v>58.167491779816608</c:v>
                </c:pt>
                <c:pt idx="3">
                  <c:v>67.91932370642219</c:v>
                </c:pt>
                <c:pt idx="4">
                  <c:v>77.671155633027695</c:v>
                </c:pt>
                <c:pt idx="5">
                  <c:v>87.422987559633299</c:v>
                </c:pt>
                <c:pt idx="6">
                  <c:v>97.174819486238519</c:v>
                </c:pt>
                <c:pt idx="7">
                  <c:v>106.92665141284402</c:v>
                </c:pt>
                <c:pt idx="8">
                  <c:v>116.67848333945041</c:v>
                </c:pt>
                <c:pt idx="9">
                  <c:v>126.43031526605593</c:v>
                </c:pt>
                <c:pt idx="10">
                  <c:v>136.18214719266143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C3C4-47BC-B91D-ADDA66261116}"/>
            </c:ext>
          </c:extLst>
        </c:ser>
        <c:ser>
          <c:idx val="14"/>
          <c:order val="14"/>
          <c:tx>
            <c:strRef>
              <c:f>'PHEV and BEV volumes'!$P$8</c:f>
              <c:strCache>
                <c:ptCount val="1"/>
                <c:pt idx="0">
                  <c:v>Birmingham</c:v>
                </c:pt>
              </c:strCache>
            </c:strRef>
          </c:tx>
          <c:spPr>
            <a:ln w="2857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volumes'!$P$9:$P$19</c:f>
              <c:numCache>
                <c:formatCode>0</c:formatCode>
                <c:ptCount val="11"/>
                <c:pt idx="0">
                  <c:v>32.219856605504589</c:v>
                </c:pt>
                <c:pt idx="1">
                  <c:v>40.34638321100924</c:v>
                </c:pt>
                <c:pt idx="2">
                  <c:v>48.472909816513841</c:v>
                </c:pt>
                <c:pt idx="3">
                  <c:v>56.599436422018499</c:v>
                </c:pt>
                <c:pt idx="4">
                  <c:v>64.725963027523079</c:v>
                </c:pt>
                <c:pt idx="5">
                  <c:v>72.852489633027744</c:v>
                </c:pt>
                <c:pt idx="6">
                  <c:v>80.979016238532097</c:v>
                </c:pt>
                <c:pt idx="7">
                  <c:v>89.105542844036677</c:v>
                </c:pt>
                <c:pt idx="8">
                  <c:v>97.23206944954201</c:v>
                </c:pt>
                <c:pt idx="9">
                  <c:v>105.3585960550466</c:v>
                </c:pt>
                <c:pt idx="10">
                  <c:v>113.48512266055121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C3C4-47BC-B91D-ADDA66261116}"/>
            </c:ext>
          </c:extLst>
        </c:ser>
        <c:ser>
          <c:idx val="15"/>
          <c:order val="15"/>
          <c:tx>
            <c:strRef>
              <c:f>'PHEV and BEV volumes'!$Q$8</c:f>
              <c:strCache>
                <c:ptCount val="1"/>
                <c:pt idx="0">
                  <c:v>Gloucester</c:v>
                </c:pt>
              </c:strCache>
            </c:strRef>
          </c:tx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volumes'!$Q$9:$Q$19</c:f>
              <c:numCache>
                <c:formatCode>0</c:formatCode>
                <c:ptCount val="11"/>
                <c:pt idx="0">
                  <c:v>12.887942642201835</c:v>
                </c:pt>
                <c:pt idx="1">
                  <c:v>16.138553284403695</c:v>
                </c:pt>
                <c:pt idx="2">
                  <c:v>19.389163926605537</c:v>
                </c:pt>
                <c:pt idx="3">
                  <c:v>22.639774568807397</c:v>
                </c:pt>
                <c:pt idx="4">
                  <c:v>25.890385211009235</c:v>
                </c:pt>
                <c:pt idx="5">
                  <c:v>29.140995853211098</c:v>
                </c:pt>
                <c:pt idx="6">
                  <c:v>32.391606495412844</c:v>
                </c:pt>
                <c:pt idx="7">
                  <c:v>35.642217137614672</c:v>
                </c:pt>
                <c:pt idx="8">
                  <c:v>38.892827779816805</c:v>
                </c:pt>
                <c:pt idx="9">
                  <c:v>42.143438422018647</c:v>
                </c:pt>
                <c:pt idx="10">
                  <c:v>45.394049064220482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C3C4-47BC-B91D-ADDA66261116}"/>
            </c:ext>
          </c:extLst>
        </c:ser>
        <c:ser>
          <c:idx val="16"/>
          <c:order val="16"/>
          <c:tx>
            <c:strRef>
              <c:f>'PHEV and BEV volumes'!$R$8</c:f>
              <c:strCache>
                <c:ptCount val="1"/>
                <c:pt idx="0">
                  <c:v>Haydock</c:v>
                </c:pt>
              </c:strCache>
            </c:strRef>
          </c:tx>
          <c:spPr>
            <a:ln w="2857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volumes'!$A$9:$A$19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volumes'!$R$9:$R$19</c:f>
              <c:numCache>
                <c:formatCode>0</c:formatCode>
                <c:ptCount val="11"/>
                <c:pt idx="0">
                  <c:v>9.6659569816513766</c:v>
                </c:pt>
                <c:pt idx="1">
                  <c:v>12.103914963302771</c:v>
                </c:pt>
                <c:pt idx="2">
                  <c:v>14.541872944954152</c:v>
                </c:pt>
                <c:pt idx="3">
                  <c:v>16.979830926605548</c:v>
                </c:pt>
                <c:pt idx="4">
                  <c:v>19.417788908256924</c:v>
                </c:pt>
                <c:pt idx="5">
                  <c:v>21.855746889908325</c:v>
                </c:pt>
                <c:pt idx="6">
                  <c:v>24.29370487155963</c:v>
                </c:pt>
                <c:pt idx="7">
                  <c:v>26.731662853211006</c:v>
                </c:pt>
                <c:pt idx="8">
                  <c:v>29.169620834862602</c:v>
                </c:pt>
                <c:pt idx="9">
                  <c:v>31.607578816513982</c:v>
                </c:pt>
                <c:pt idx="10">
                  <c:v>34.045536798165358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C3C4-47BC-B91D-ADDA662611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86820607"/>
        <c:axId val="1886821023"/>
      </c:lineChart>
      <c:catAx>
        <c:axId val="1886820607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6821023"/>
        <c:crosses val="autoZero"/>
        <c:auto val="1"/>
        <c:lblAlgn val="ctr"/>
        <c:lblOffset val="100"/>
        <c:noMultiLvlLbl val="0"/>
      </c:catAx>
      <c:valAx>
        <c:axId val="18868210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6820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PHEV</a:t>
            </a:r>
            <a:r>
              <a:rPr lang="en-GB" baseline="0"/>
              <a:t> - upper bound values volume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'PHEV and BEV volumes'!$B$22</c:f>
              <c:strCache>
                <c:ptCount val="1"/>
                <c:pt idx="0">
                  <c:v>Brunting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volumes'!$B$23:$B$33</c:f>
              <c:numCache>
                <c:formatCode>0</c:formatCode>
                <c:ptCount val="11"/>
                <c:pt idx="0">
                  <c:v>632.49150821007208</c:v>
                </c:pt>
                <c:pt idx="1">
                  <c:v>867.74557500503465</c:v>
                </c:pt>
                <c:pt idx="2">
                  <c:v>1130.2499312677664</c:v>
                </c:pt>
                <c:pt idx="3">
                  <c:v>1414.54901096963</c:v>
                </c:pt>
                <c:pt idx="4">
                  <c:v>1717.563282033746</c:v>
                </c:pt>
                <c:pt idx="5">
                  <c:v>2037.240350630894</c:v>
                </c:pt>
                <c:pt idx="6">
                  <c:v>2372.0849776217037</c:v>
                </c:pt>
                <c:pt idx="7">
                  <c:v>2720.9446920388336</c:v>
                </c:pt>
                <c:pt idx="8">
                  <c:v>3082.895818515346</c:v>
                </c:pt>
                <c:pt idx="9">
                  <c:v>3457.1764513992098</c:v>
                </c:pt>
                <c:pt idx="10">
                  <c:v>3843.1440852695268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F5-404D-8101-F7E1DC15A448}"/>
            </c:ext>
          </c:extLst>
        </c:ser>
        <c:ser>
          <c:idx val="1"/>
          <c:order val="1"/>
          <c:tx>
            <c:strRef>
              <c:f>'PHEV and BEV volumes'!$C$22</c:f>
              <c:strCache>
                <c:ptCount val="1"/>
                <c:pt idx="0">
                  <c:v>Bristol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volumes'!$C$23:$C$33</c:f>
              <c:numCache>
                <c:formatCode>0</c:formatCode>
                <c:ptCount val="11"/>
                <c:pt idx="0">
                  <c:v>402.18210032923065</c:v>
                </c:pt>
                <c:pt idx="1">
                  <c:v>551.7730014977667</c:v>
                </c:pt>
                <c:pt idx="2">
                  <c:v>718.69153238222123</c:v>
                </c:pt>
                <c:pt idx="3">
                  <c:v>899.46866458394959</c:v>
                </c:pt>
                <c:pt idx="4">
                  <c:v>1092.1462173801538</c:v>
                </c:pt>
                <c:pt idx="5">
                  <c:v>1295.4191359989925</c:v>
                </c:pt>
                <c:pt idx="6">
                  <c:v>1508.3366433790184</c:v>
                </c:pt>
                <c:pt idx="7">
                  <c:v>1730.1659183073023</c:v>
                </c:pt>
                <c:pt idx="8">
                  <c:v>1960.3196237298669</c:v>
                </c:pt>
                <c:pt idx="9">
                  <c:v>2198.3132870310196</c:v>
                </c:pt>
                <c:pt idx="10">
                  <c:v>2443.7383585681232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EF5-404D-8101-F7E1DC15A448}"/>
            </c:ext>
          </c:extLst>
        </c:ser>
        <c:ser>
          <c:idx val="2"/>
          <c:order val="2"/>
          <c:tx>
            <c:strRef>
              <c:f>'PHEV and BEV volumes'!$D$22</c:f>
              <c:strCache>
                <c:ptCount val="1"/>
                <c:pt idx="0">
                  <c:v>Vehicle Solutions Leeds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volumes'!$D$23:$D$33</c:f>
              <c:numCache>
                <c:formatCode>0</c:formatCode>
                <c:ptCount val="11"/>
                <c:pt idx="0">
                  <c:v>388.43228493335954</c:v>
                </c:pt>
                <c:pt idx="1">
                  <c:v>532.90896725852679</c:v>
                </c:pt>
                <c:pt idx="2">
                  <c:v>694.12088170248705</c:v>
                </c:pt>
                <c:pt idx="3">
                  <c:v>868.71759912808807</c:v>
                </c:pt>
                <c:pt idx="4">
                  <c:v>1054.8078851620289</c:v>
                </c:pt>
                <c:pt idx="5">
                  <c:v>1251.1313022896252</c:v>
                </c:pt>
                <c:pt idx="6">
                  <c:v>1456.7695786481117</c:v>
                </c:pt>
                <c:pt idx="7">
                  <c:v>1671.0149467412405</c:v>
                </c:pt>
                <c:pt idx="8">
                  <c:v>1893.3001494143159</c:v>
                </c:pt>
                <c:pt idx="9">
                  <c:v>2123.1572772179929</c:v>
                </c:pt>
                <c:pt idx="10">
                  <c:v>2360.1917480187853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EF5-404D-8101-F7E1DC15A448}"/>
            </c:ext>
          </c:extLst>
        </c:ser>
        <c:ser>
          <c:idx val="3"/>
          <c:order val="3"/>
          <c:tx>
            <c:strRef>
              <c:f>'PHEV and BEV volumes'!$E$22</c:f>
              <c:strCache>
                <c:ptCount val="1"/>
                <c:pt idx="0">
                  <c:v>Leeds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volumes'!$E$23:$E$33</c:f>
              <c:numCache>
                <c:formatCode>0</c:formatCode>
                <c:ptCount val="11"/>
                <c:pt idx="0">
                  <c:v>340.30793104781054</c:v>
                </c:pt>
                <c:pt idx="1">
                  <c:v>466.8848474211872</c:v>
                </c:pt>
                <c:pt idx="2">
                  <c:v>608.12360432341791</c:v>
                </c:pt>
                <c:pt idx="3">
                  <c:v>761.08887003257269</c:v>
                </c:pt>
                <c:pt idx="4">
                  <c:v>924.12372239859178</c:v>
                </c:pt>
                <c:pt idx="5">
                  <c:v>1096.1238843068397</c:v>
                </c:pt>
                <c:pt idx="6">
                  <c:v>1276.2848520899386</c:v>
                </c:pt>
                <c:pt idx="7">
                  <c:v>1463.9865462600251</c:v>
                </c:pt>
                <c:pt idx="8">
                  <c:v>1658.7319893098872</c:v>
                </c:pt>
                <c:pt idx="9">
                  <c:v>1860.1112428724011</c:v>
                </c:pt>
                <c:pt idx="10">
                  <c:v>2067.7786110961042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EF5-404D-8101-F7E1DC15A448}"/>
            </c:ext>
          </c:extLst>
        </c:ser>
        <c:ser>
          <c:idx val="4"/>
          <c:order val="4"/>
          <c:tx>
            <c:strRef>
              <c:f>'PHEV and BEV volumes'!$F$22</c:f>
              <c:strCache>
                <c:ptCount val="1"/>
                <c:pt idx="0">
                  <c:v>Colchester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volumes'!$F$23:$F$33</c:f>
              <c:numCache>
                <c:formatCode>0</c:formatCode>
                <c:ptCount val="11"/>
                <c:pt idx="0">
                  <c:v>292.1835771622616</c:v>
                </c:pt>
                <c:pt idx="1">
                  <c:v>400.86072758384756</c:v>
                </c:pt>
                <c:pt idx="2">
                  <c:v>522.12632694434865</c:v>
                </c:pt>
                <c:pt idx="3">
                  <c:v>653.46014093705742</c:v>
                </c:pt>
                <c:pt idx="4">
                  <c:v>793.43955963515441</c:v>
                </c:pt>
                <c:pt idx="5">
                  <c:v>941.11646632405416</c:v>
                </c:pt>
                <c:pt idx="6">
                  <c:v>1095.8001255317654</c:v>
                </c:pt>
                <c:pt idx="7">
                  <c:v>1256.958145778809</c:v>
                </c:pt>
                <c:pt idx="8">
                  <c:v>1424.1638292054588</c:v>
                </c:pt>
                <c:pt idx="9">
                  <c:v>1597.0652085268086</c:v>
                </c:pt>
                <c:pt idx="10">
                  <c:v>1775.3654741734226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EF5-404D-8101-F7E1DC15A448}"/>
            </c:ext>
          </c:extLst>
        </c:ser>
        <c:ser>
          <c:idx val="5"/>
          <c:order val="5"/>
          <c:tx>
            <c:strRef>
              <c:f>'PHEV and BEV volumes'!$G$22</c:f>
              <c:strCache>
                <c:ptCount val="1"/>
                <c:pt idx="0">
                  <c:v>Wimbledon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volumes'!$G$23:$G$33</c:f>
              <c:numCache>
                <c:formatCode>0</c:formatCode>
                <c:ptCount val="11"/>
                <c:pt idx="0">
                  <c:v>161.56033090148583</c:v>
                </c:pt>
                <c:pt idx="1">
                  <c:v>221.65240231106864</c:v>
                </c:pt>
                <c:pt idx="2">
                  <c:v>288.7051454868751</c:v>
                </c:pt>
                <c:pt idx="3">
                  <c:v>361.32501910637291</c:v>
                </c:pt>
                <c:pt idx="4">
                  <c:v>438.72540356296776</c:v>
                </c:pt>
                <c:pt idx="5">
                  <c:v>520.38204608506533</c:v>
                </c:pt>
                <c:pt idx="6">
                  <c:v>605.91301058815259</c:v>
                </c:pt>
                <c:pt idx="7">
                  <c:v>695.02391590122397</c:v>
                </c:pt>
                <c:pt idx="8">
                  <c:v>787.47882320772419</c:v>
                </c:pt>
                <c:pt idx="9">
                  <c:v>883.083115303059</c:v>
                </c:pt>
                <c:pt idx="10">
                  <c:v>981.67267395471606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EF5-404D-8101-F7E1DC15A448}"/>
            </c:ext>
          </c:extLst>
        </c:ser>
        <c:ser>
          <c:idx val="6"/>
          <c:order val="6"/>
          <c:tx>
            <c:strRef>
              <c:f>'PHEV and BEV volumes'!$H$22</c:f>
              <c:strCache>
                <c:ptCount val="1"/>
                <c:pt idx="0">
                  <c:v>Vehicle Solutions Coventry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volumes'!$H$23:$H$33</c:f>
              <c:numCache>
                <c:formatCode>0</c:formatCode>
                <c:ptCount val="11"/>
                <c:pt idx="0">
                  <c:v>151.24796935458247</c:v>
                </c:pt>
                <c:pt idx="1">
                  <c:v>207.50437663163876</c:v>
                </c:pt>
                <c:pt idx="2">
                  <c:v>270.27715747707464</c:v>
                </c:pt>
                <c:pt idx="3">
                  <c:v>338.26172001447679</c:v>
                </c:pt>
                <c:pt idx="4">
                  <c:v>410.72165439937407</c:v>
                </c:pt>
                <c:pt idx="5">
                  <c:v>487.1661708030399</c:v>
                </c:pt>
                <c:pt idx="6">
                  <c:v>567.23771203997273</c:v>
                </c:pt>
                <c:pt idx="7">
                  <c:v>650.66068722667774</c:v>
                </c:pt>
                <c:pt idx="8">
                  <c:v>737.21421747106103</c:v>
                </c:pt>
                <c:pt idx="9">
                  <c:v>826.71610794328944</c:v>
                </c:pt>
                <c:pt idx="10">
                  <c:v>919.01271604271301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EF5-404D-8101-F7E1DC15A448}"/>
            </c:ext>
          </c:extLst>
        </c:ser>
        <c:ser>
          <c:idx val="7"/>
          <c:order val="7"/>
          <c:tx>
            <c:strRef>
              <c:f>'PHEV and BEV volumes'!$I$22</c:f>
              <c:strCache>
                <c:ptCount val="1"/>
                <c:pt idx="0">
                  <c:v>Manchester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volumes'!$I$23:$I$33</c:f>
              <c:numCache>
                <c:formatCode>0</c:formatCode>
                <c:ptCount val="11"/>
                <c:pt idx="0">
                  <c:v>127.18579241180798</c:v>
                </c:pt>
                <c:pt idx="1">
                  <c:v>174.49231671296894</c:v>
                </c:pt>
                <c:pt idx="2">
                  <c:v>227.27851878753998</c:v>
                </c:pt>
                <c:pt idx="3">
                  <c:v>284.4473554667191</c:v>
                </c:pt>
                <c:pt idx="4">
                  <c:v>345.3795730176555</c:v>
                </c:pt>
                <c:pt idx="5">
                  <c:v>409.66246181164718</c:v>
                </c:pt>
                <c:pt idx="6">
                  <c:v>476.99534876088615</c:v>
                </c:pt>
                <c:pt idx="7">
                  <c:v>547.14648698606982</c:v>
                </c:pt>
                <c:pt idx="8">
                  <c:v>619.9301374188467</c:v>
                </c:pt>
                <c:pt idx="9">
                  <c:v>695.19309077049331</c:v>
                </c:pt>
                <c:pt idx="10">
                  <c:v>772.80614758137222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0EF5-404D-8101-F7E1DC15A448}"/>
            </c:ext>
          </c:extLst>
        </c:ser>
        <c:ser>
          <c:idx val="8"/>
          <c:order val="8"/>
          <c:tx>
            <c:strRef>
              <c:f>'PHEV and BEV volumes'!$J$22</c:f>
              <c:strCache>
                <c:ptCount val="1"/>
                <c:pt idx="0">
                  <c:v>Plymouth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volumes'!$J$23:$J$33</c:f>
              <c:numCache>
                <c:formatCode>0</c:formatCode>
                <c:ptCount val="11"/>
                <c:pt idx="0">
                  <c:v>109.99852316696906</c:v>
                </c:pt>
                <c:pt idx="1">
                  <c:v>150.91227391391908</c:v>
                </c:pt>
                <c:pt idx="2">
                  <c:v>196.56520543787246</c:v>
                </c:pt>
                <c:pt idx="3">
                  <c:v>246.0085236468922</c:v>
                </c:pt>
                <c:pt idx="4">
                  <c:v>298.70665774499935</c:v>
                </c:pt>
                <c:pt idx="5">
                  <c:v>354.3026696749381</c:v>
                </c:pt>
                <c:pt idx="6">
                  <c:v>412.53651784725292</c:v>
                </c:pt>
                <c:pt idx="7">
                  <c:v>473.20777252849291</c:v>
                </c:pt>
                <c:pt idx="8">
                  <c:v>536.15579452440807</c:v>
                </c:pt>
                <c:pt idx="9">
                  <c:v>601.24807850421041</c:v>
                </c:pt>
                <c:pt idx="10">
                  <c:v>668.37288439470035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0EF5-404D-8101-F7E1DC15A448}"/>
            </c:ext>
          </c:extLst>
        </c:ser>
        <c:ser>
          <c:idx val="9"/>
          <c:order val="9"/>
          <c:tx>
            <c:strRef>
              <c:f>'PHEV and BEV volumes'!$K$22</c:f>
              <c:strCache>
                <c:ptCount val="1"/>
                <c:pt idx="0">
                  <c:v>Washington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volumes'!$K$23:$K$33</c:f>
              <c:numCache>
                <c:formatCode>0</c:formatCode>
                <c:ptCount val="11"/>
                <c:pt idx="0">
                  <c:v>85.93634622419458</c:v>
                </c:pt>
                <c:pt idx="1">
                  <c:v>117.90021399524929</c:v>
                </c:pt>
                <c:pt idx="2">
                  <c:v>153.56656674833783</c:v>
                </c:pt>
                <c:pt idx="3">
                  <c:v>192.19415909913451</c:v>
                </c:pt>
                <c:pt idx="4">
                  <c:v>233.36457636328072</c:v>
                </c:pt>
                <c:pt idx="5">
                  <c:v>276.79896068354537</c:v>
                </c:pt>
                <c:pt idx="6">
                  <c:v>322.29415456816628</c:v>
                </c:pt>
                <c:pt idx="7">
                  <c:v>369.69357228788505</c:v>
                </c:pt>
                <c:pt idx="8">
                  <c:v>418.87171447219379</c:v>
                </c:pt>
                <c:pt idx="9">
                  <c:v>469.72506133141439</c:v>
                </c:pt>
                <c:pt idx="10">
                  <c:v>522.16631593335967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0EF5-404D-8101-F7E1DC15A448}"/>
            </c:ext>
          </c:extLst>
        </c:ser>
        <c:ser>
          <c:idx val="10"/>
          <c:order val="10"/>
          <c:tx>
            <c:strRef>
              <c:f>'PHEV and BEV volumes'!$L$22</c:f>
              <c:strCache>
                <c:ptCount val="1"/>
                <c:pt idx="0">
                  <c:v>Northampton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volumes'!$L$23:$L$33</c:f>
              <c:numCache>
                <c:formatCode>0</c:formatCode>
                <c:ptCount val="11"/>
                <c:pt idx="0">
                  <c:v>79.06143852625901</c:v>
                </c:pt>
                <c:pt idx="1">
                  <c:v>108.46819687562933</c:v>
                </c:pt>
                <c:pt idx="2">
                  <c:v>141.28124140847081</c:v>
                </c:pt>
                <c:pt idx="3">
                  <c:v>176.81862637120375</c:v>
                </c:pt>
                <c:pt idx="4">
                  <c:v>214.69541025421825</c:v>
                </c:pt>
                <c:pt idx="5">
                  <c:v>254.65504382886175</c:v>
                </c:pt>
                <c:pt idx="6">
                  <c:v>296.51062220271297</c:v>
                </c:pt>
                <c:pt idx="7">
                  <c:v>340.1180865048542</c:v>
                </c:pt>
                <c:pt idx="8">
                  <c:v>385.36197731441825</c:v>
                </c:pt>
                <c:pt idx="9">
                  <c:v>432.14705642490122</c:v>
                </c:pt>
                <c:pt idx="10">
                  <c:v>480.39301065869086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0EF5-404D-8101-F7E1DC15A448}"/>
            </c:ext>
          </c:extLst>
        </c:ser>
        <c:ser>
          <c:idx val="11"/>
          <c:order val="11"/>
          <c:tx>
            <c:strRef>
              <c:f>'PHEV and BEV volumes'!$M$22</c:f>
              <c:strCache>
                <c:ptCount val="1"/>
                <c:pt idx="0">
                  <c:v>Mansfield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volumes'!$M$23:$M$33</c:f>
              <c:numCache>
                <c:formatCode>0</c:formatCode>
                <c:ptCount val="11"/>
                <c:pt idx="0">
                  <c:v>65.311623130387886</c:v>
                </c:pt>
                <c:pt idx="1">
                  <c:v>89.604162636389447</c:v>
                </c:pt>
                <c:pt idx="2">
                  <c:v>116.71059072873675</c:v>
                </c:pt>
                <c:pt idx="3">
                  <c:v>146.06756091534223</c:v>
                </c:pt>
                <c:pt idx="4">
                  <c:v>177.35707803609333</c:v>
                </c:pt>
                <c:pt idx="5">
                  <c:v>210.36721011949447</c:v>
                </c:pt>
                <c:pt idx="6">
                  <c:v>244.94355747180637</c:v>
                </c:pt>
                <c:pt idx="7">
                  <c:v>280.96711493879263</c:v>
                </c:pt>
                <c:pt idx="8">
                  <c:v>318.34250299886725</c:v>
                </c:pt>
                <c:pt idx="9">
                  <c:v>356.99104661187494</c:v>
                </c:pt>
                <c:pt idx="10">
                  <c:v>396.84640010935328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0EF5-404D-8101-F7E1DC15A448}"/>
            </c:ext>
          </c:extLst>
        </c:ser>
        <c:ser>
          <c:idx val="12"/>
          <c:order val="12"/>
          <c:tx>
            <c:strRef>
              <c:f>'PHEV and BEV volumes'!$N$22</c:f>
              <c:strCache>
                <c:ptCount val="1"/>
                <c:pt idx="0">
                  <c:v>Shotts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volumes'!$N$23:$N$33</c:f>
              <c:numCache>
                <c:formatCode>0</c:formatCode>
                <c:ptCount val="11"/>
                <c:pt idx="0">
                  <c:v>61.874169281420087</c:v>
                </c:pt>
                <c:pt idx="1">
                  <c:v>84.888154076579482</c:v>
                </c:pt>
                <c:pt idx="2">
                  <c:v>110.56792805880325</c:v>
                </c:pt>
                <c:pt idx="3">
                  <c:v>138.37979455137685</c:v>
                </c:pt>
                <c:pt idx="4">
                  <c:v>168.02249498156212</c:v>
                </c:pt>
                <c:pt idx="5">
                  <c:v>199.29525169215268</c:v>
                </c:pt>
                <c:pt idx="6">
                  <c:v>232.05179128907974</c:v>
                </c:pt>
                <c:pt idx="7">
                  <c:v>266.17937204727718</c:v>
                </c:pt>
                <c:pt idx="8">
                  <c:v>301.58763441997945</c:v>
                </c:pt>
                <c:pt idx="9">
                  <c:v>338.20204415861832</c:v>
                </c:pt>
                <c:pt idx="10">
                  <c:v>375.95974747201888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0EF5-404D-8101-F7E1DC15A448}"/>
            </c:ext>
          </c:extLst>
        </c:ser>
        <c:ser>
          <c:idx val="13"/>
          <c:order val="13"/>
          <c:tx>
            <c:strRef>
              <c:f>'PHEV and BEV volumes'!$O$22</c:f>
              <c:strCache>
                <c:ptCount val="1"/>
                <c:pt idx="0">
                  <c:v>ManheimOnline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volumes'!$O$23:$O$33</c:f>
              <c:numCache>
                <c:formatCode>0</c:formatCode>
                <c:ptCount val="11"/>
                <c:pt idx="0">
                  <c:v>41.249446187613394</c:v>
                </c:pt>
                <c:pt idx="1">
                  <c:v>56.592102717719655</c:v>
                </c:pt>
                <c:pt idx="2">
                  <c:v>73.71195203920216</c:v>
                </c:pt>
                <c:pt idx="3">
                  <c:v>92.253196367584565</c:v>
                </c:pt>
                <c:pt idx="4">
                  <c:v>112.01499665437476</c:v>
                </c:pt>
                <c:pt idx="5">
                  <c:v>132.86350112810177</c:v>
                </c:pt>
                <c:pt idx="6">
                  <c:v>154.70119419271984</c:v>
                </c:pt>
                <c:pt idx="7">
                  <c:v>177.45291469818483</c:v>
                </c:pt>
                <c:pt idx="8">
                  <c:v>201.058422946653</c:v>
                </c:pt>
                <c:pt idx="9">
                  <c:v>225.46802943907889</c:v>
                </c:pt>
                <c:pt idx="10">
                  <c:v>250.63983164801263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0EF5-404D-8101-F7E1DC15A448}"/>
            </c:ext>
          </c:extLst>
        </c:ser>
        <c:ser>
          <c:idx val="14"/>
          <c:order val="14"/>
          <c:tx>
            <c:strRef>
              <c:f>'PHEV and BEV volumes'!$P$22</c:f>
              <c:strCache>
                <c:ptCount val="1"/>
                <c:pt idx="0">
                  <c:v>Birmingham</c:v>
                </c:pt>
              </c:strCache>
            </c:strRef>
          </c:tx>
          <c:spPr>
            <a:ln w="2857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volumes'!$P$23:$P$33</c:f>
              <c:numCache>
                <c:formatCode>0</c:formatCode>
                <c:ptCount val="11"/>
                <c:pt idx="0">
                  <c:v>34.374538489677832</c:v>
                </c:pt>
                <c:pt idx="1">
                  <c:v>47.160085598099712</c:v>
                </c:pt>
                <c:pt idx="2">
                  <c:v>61.426626699335138</c:v>
                </c:pt>
                <c:pt idx="3">
                  <c:v>76.877663639653804</c:v>
                </c:pt>
                <c:pt idx="4">
                  <c:v>93.345830545312296</c:v>
                </c:pt>
                <c:pt idx="5">
                  <c:v>110.71958427341815</c:v>
                </c:pt>
                <c:pt idx="6">
                  <c:v>128.91766182726653</c:v>
                </c:pt>
                <c:pt idx="7">
                  <c:v>147.87742891515404</c:v>
                </c:pt>
                <c:pt idx="8">
                  <c:v>167.54868578887749</c:v>
                </c:pt>
                <c:pt idx="9">
                  <c:v>187.89002453256577</c:v>
                </c:pt>
                <c:pt idx="10">
                  <c:v>208.86652637334385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0EF5-404D-8101-F7E1DC15A448}"/>
            </c:ext>
          </c:extLst>
        </c:ser>
        <c:ser>
          <c:idx val="15"/>
          <c:order val="15"/>
          <c:tx>
            <c:strRef>
              <c:f>'PHEV and BEV volumes'!$Q$22</c:f>
              <c:strCache>
                <c:ptCount val="1"/>
                <c:pt idx="0">
                  <c:v>Gloucester</c:v>
                </c:pt>
              </c:strCache>
            </c:strRef>
          </c:tx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volumes'!$Q$23:$Q$33</c:f>
              <c:numCache>
                <c:formatCode>0</c:formatCode>
                <c:ptCount val="11"/>
                <c:pt idx="0">
                  <c:v>13.749815395871133</c:v>
                </c:pt>
                <c:pt idx="1">
                  <c:v>18.864034239239885</c:v>
                </c:pt>
                <c:pt idx="2">
                  <c:v>24.570650679734058</c:v>
                </c:pt>
                <c:pt idx="3">
                  <c:v>30.751065455861525</c:v>
                </c:pt>
                <c:pt idx="4">
                  <c:v>37.338332218124918</c:v>
                </c:pt>
                <c:pt idx="5">
                  <c:v>44.287833709367263</c:v>
                </c:pt>
                <c:pt idx="6">
                  <c:v>51.567064730906615</c:v>
                </c:pt>
                <c:pt idx="7">
                  <c:v>59.150971566061614</c:v>
                </c:pt>
                <c:pt idx="8">
                  <c:v>67.019474315551008</c:v>
                </c:pt>
                <c:pt idx="9">
                  <c:v>75.156009813026301</c:v>
                </c:pt>
                <c:pt idx="10">
                  <c:v>83.546610549337544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0EF5-404D-8101-F7E1DC15A448}"/>
            </c:ext>
          </c:extLst>
        </c:ser>
        <c:ser>
          <c:idx val="16"/>
          <c:order val="16"/>
          <c:tx>
            <c:strRef>
              <c:f>'PHEV and BEV volumes'!$R$22</c:f>
              <c:strCache>
                <c:ptCount val="1"/>
                <c:pt idx="0">
                  <c:v>Haydock</c:v>
                </c:pt>
              </c:strCache>
            </c:strRef>
          </c:tx>
          <c:spPr>
            <a:ln w="2857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volumes'!$A$23:$A$33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volumes'!$R$23:$R$33</c:f>
              <c:numCache>
                <c:formatCode>0</c:formatCode>
                <c:ptCount val="11"/>
                <c:pt idx="0">
                  <c:v>10.312361546903348</c:v>
                </c:pt>
                <c:pt idx="1">
                  <c:v>14.148025679429914</c:v>
                </c:pt>
                <c:pt idx="2">
                  <c:v>18.42798800980054</c:v>
                </c:pt>
                <c:pt idx="3">
                  <c:v>23.063299091896141</c:v>
                </c:pt>
                <c:pt idx="4">
                  <c:v>28.003749163593689</c:v>
                </c:pt>
                <c:pt idx="5">
                  <c:v>33.215875282025443</c:v>
                </c:pt>
                <c:pt idx="6">
                  <c:v>38.67529854817996</c:v>
                </c:pt>
                <c:pt idx="7">
                  <c:v>44.363228674546207</c:v>
                </c:pt>
                <c:pt idx="8">
                  <c:v>50.264605736663249</c:v>
                </c:pt>
                <c:pt idx="9">
                  <c:v>56.367007359769723</c:v>
                </c:pt>
                <c:pt idx="10">
                  <c:v>62.659957912003158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0EF5-404D-8101-F7E1DC15A4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1130927"/>
        <c:axId val="1041128015"/>
      </c:lineChart>
      <c:catAx>
        <c:axId val="1041130927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1128015"/>
        <c:crosses val="autoZero"/>
        <c:auto val="1"/>
        <c:lblAlgn val="ctr"/>
        <c:lblOffset val="100"/>
        <c:noMultiLvlLbl val="0"/>
      </c:catAx>
      <c:valAx>
        <c:axId val="1041128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1130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BEV</a:t>
            </a:r>
            <a:r>
              <a:rPr lang="en-GB" baseline="0"/>
              <a:t> mid values volume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'PHEV and BEV volumes'!$B$36</c:f>
              <c:strCache>
                <c:ptCount val="1"/>
                <c:pt idx="0">
                  <c:v>Brunting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volumes'!$B$37:$B$47</c:f>
              <c:numCache>
                <c:formatCode>0</c:formatCode>
                <c:ptCount val="11"/>
                <c:pt idx="0">
                  <c:v>913.89212431868725</c:v>
                </c:pt>
                <c:pt idx="1">
                  <c:v>1385.0399433898449</c:v>
                </c:pt>
                <c:pt idx="2">
                  <c:v>1904.2776318389247</c:v>
                </c:pt>
                <c:pt idx="3">
                  <c:v>2452.34024103607</c:v>
                </c:pt>
                <c:pt idx="4">
                  <c:v>3017.680641261235</c:v>
                </c:pt>
                <c:pt idx="5">
                  <c:v>3593.3774339981096</c:v>
                </c:pt>
                <c:pt idx="6">
                  <c:v>4175.2818991904551</c:v>
                </c:pt>
                <c:pt idx="7">
                  <c:v>4760.9072736946873</c:v>
                </c:pt>
                <c:pt idx="8">
                  <c:v>5348.762979487622</c:v>
                </c:pt>
                <c:pt idx="9">
                  <c:v>5937.9555567924399</c:v>
                </c:pt>
                <c:pt idx="10">
                  <c:v>6527.9494614374216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86-44C3-BDE8-5A6B432CF206}"/>
            </c:ext>
          </c:extLst>
        </c:ser>
        <c:ser>
          <c:idx val="1"/>
          <c:order val="1"/>
          <c:tx>
            <c:strRef>
              <c:f>'PHEV and BEV volumes'!$C$36</c:f>
              <c:strCache>
                <c:ptCount val="1"/>
                <c:pt idx="0">
                  <c:v>Bristol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volumes'!$C$37:$C$47</c:f>
              <c:numCache>
                <c:formatCode>0</c:formatCode>
                <c:ptCount val="11"/>
                <c:pt idx="0">
                  <c:v>581.11618774612191</c:v>
                </c:pt>
                <c:pt idx="1">
                  <c:v>880.70474661202093</c:v>
                </c:pt>
                <c:pt idx="2">
                  <c:v>1210.8721898106207</c:v>
                </c:pt>
                <c:pt idx="3">
                  <c:v>1559.3685228327186</c:v>
                </c:pt>
                <c:pt idx="4">
                  <c:v>1918.8512773237205</c:v>
                </c:pt>
                <c:pt idx="5">
                  <c:v>2284.9193466183638</c:v>
                </c:pt>
                <c:pt idx="6">
                  <c:v>2654.934685898279</c:v>
                </c:pt>
                <c:pt idx="7">
                  <c:v>3027.3160381645571</c:v>
                </c:pt>
                <c:pt idx="8">
                  <c:v>3401.1155902176729</c:v>
                </c:pt>
                <c:pt idx="9">
                  <c:v>3775.7652181778021</c:v>
                </c:pt>
                <c:pt idx="10">
                  <c:v>4150.9243858053178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86-44C3-BDE8-5A6B432CF206}"/>
            </c:ext>
          </c:extLst>
        </c:ser>
        <c:ser>
          <c:idx val="2"/>
          <c:order val="2"/>
          <c:tx>
            <c:strRef>
              <c:f>'PHEV and BEV volumes'!$D$36</c:f>
              <c:strCache>
                <c:ptCount val="1"/>
                <c:pt idx="0">
                  <c:v>Vehicle Solutions Leeds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volumes'!$D$37:$D$47</c:f>
              <c:numCache>
                <c:formatCode>0</c:formatCode>
                <c:ptCount val="11"/>
                <c:pt idx="0">
                  <c:v>561.2489676522373</c:v>
                </c:pt>
                <c:pt idx="1">
                  <c:v>850.59518262528525</c:v>
                </c:pt>
                <c:pt idx="2">
                  <c:v>1169.4748499880354</c:v>
                </c:pt>
                <c:pt idx="3">
                  <c:v>1506.056778462369</c:v>
                </c:pt>
                <c:pt idx="4">
                  <c:v>1853.2495242528239</c:v>
                </c:pt>
                <c:pt idx="5">
                  <c:v>2206.8024458792743</c:v>
                </c:pt>
                <c:pt idx="6">
                  <c:v>2564.1676880897908</c:v>
                </c:pt>
                <c:pt idx="7">
                  <c:v>2923.8180539538025</c:v>
                </c:pt>
                <c:pt idx="8">
                  <c:v>3284.8381341418549</c:v>
                </c:pt>
                <c:pt idx="9">
                  <c:v>3646.6792278127486</c:v>
                </c:pt>
                <c:pt idx="10">
                  <c:v>4009.0124409914606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486-44C3-BDE8-5A6B432CF206}"/>
            </c:ext>
          </c:extLst>
        </c:ser>
        <c:ser>
          <c:idx val="3"/>
          <c:order val="3"/>
          <c:tx>
            <c:strRef>
              <c:f>'PHEV and BEV volumes'!$E$36</c:f>
              <c:strCache>
                <c:ptCount val="1"/>
                <c:pt idx="0">
                  <c:v>Leeds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volumes'!$E$37:$E$47</c:f>
              <c:numCache>
                <c:formatCode>0</c:formatCode>
                <c:ptCount val="11"/>
                <c:pt idx="0">
                  <c:v>491.71369732364155</c:v>
                </c:pt>
                <c:pt idx="1">
                  <c:v>745.21170867171008</c:v>
                </c:pt>
                <c:pt idx="2">
                  <c:v>1024.5841606089868</c:v>
                </c:pt>
                <c:pt idx="3">
                  <c:v>1319.4656731661464</c:v>
                </c:pt>
                <c:pt idx="4">
                  <c:v>1623.6433885046865</c:v>
                </c:pt>
                <c:pt idx="5">
                  <c:v>1933.3932932924615</c:v>
                </c:pt>
                <c:pt idx="6">
                  <c:v>2246.4831957600823</c:v>
                </c:pt>
                <c:pt idx="7">
                  <c:v>2561.5751092161636</c:v>
                </c:pt>
                <c:pt idx="8">
                  <c:v>2877.8670378764923</c:v>
                </c:pt>
                <c:pt idx="9">
                  <c:v>3194.8782615350633</c:v>
                </c:pt>
                <c:pt idx="10">
                  <c:v>3512.3206341429614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486-44C3-BDE8-5A6B432CF206}"/>
            </c:ext>
          </c:extLst>
        </c:ser>
        <c:ser>
          <c:idx val="4"/>
          <c:order val="4"/>
          <c:tx>
            <c:strRef>
              <c:f>'PHEV and BEV volumes'!$F$36</c:f>
              <c:strCache>
                <c:ptCount val="1"/>
                <c:pt idx="0">
                  <c:v>Colchester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volumes'!$F$37:$F$47</c:f>
              <c:numCache>
                <c:formatCode>0</c:formatCode>
                <c:ptCount val="11"/>
                <c:pt idx="0">
                  <c:v>422.17842699504575</c:v>
                </c:pt>
                <c:pt idx="1">
                  <c:v>639.82823471813481</c:v>
                </c:pt>
                <c:pt idx="2">
                  <c:v>879.69347122993815</c:v>
                </c:pt>
                <c:pt idx="3">
                  <c:v>1132.8745678699236</c:v>
                </c:pt>
                <c:pt idx="4">
                  <c:v>1394.0372527565489</c:v>
                </c:pt>
                <c:pt idx="5">
                  <c:v>1659.9841407056488</c:v>
                </c:pt>
                <c:pt idx="6">
                  <c:v>1928.7987034303735</c:v>
                </c:pt>
                <c:pt idx="7">
                  <c:v>2199.3321644785237</c:v>
                </c:pt>
                <c:pt idx="8">
                  <c:v>2470.8959416111297</c:v>
                </c:pt>
                <c:pt idx="9">
                  <c:v>2743.077295257377</c:v>
                </c:pt>
                <c:pt idx="10">
                  <c:v>3015.6288272944612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486-44C3-BDE8-5A6B432CF206}"/>
            </c:ext>
          </c:extLst>
        </c:ser>
        <c:ser>
          <c:idx val="5"/>
          <c:order val="5"/>
          <c:tx>
            <c:strRef>
              <c:f>'PHEV and BEV volumes'!$G$36</c:f>
              <c:strCache>
                <c:ptCount val="1"/>
                <c:pt idx="0">
                  <c:v>Wimbledon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volumes'!$G$37:$G$47</c:f>
              <c:numCache>
                <c:formatCode>0</c:formatCode>
                <c:ptCount val="11"/>
                <c:pt idx="0">
                  <c:v>233.43983610314297</c:v>
                </c:pt>
                <c:pt idx="1">
                  <c:v>353.78737684414517</c:v>
                </c:pt>
                <c:pt idx="2">
                  <c:v>486.41874291537761</c:v>
                </c:pt>
                <c:pt idx="3">
                  <c:v>626.41299635160476</c:v>
                </c:pt>
                <c:pt idx="4">
                  <c:v>770.82059858303296</c:v>
                </c:pt>
                <c:pt idx="5">
                  <c:v>917.87358368429977</c:v>
                </c:pt>
                <c:pt idx="6">
                  <c:v>1066.5122242497359</c:v>
                </c:pt>
                <c:pt idx="7">
                  <c:v>1216.1013144763604</c:v>
                </c:pt>
                <c:pt idx="8">
                  <c:v>1366.26010889086</c:v>
                </c:pt>
                <c:pt idx="9">
                  <c:v>1516.7603867893733</c:v>
                </c:pt>
                <c:pt idx="10">
                  <c:v>1667.4653515628199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486-44C3-BDE8-5A6B432CF206}"/>
            </c:ext>
          </c:extLst>
        </c:ser>
        <c:ser>
          <c:idx val="6"/>
          <c:order val="6"/>
          <c:tx>
            <c:strRef>
              <c:f>'PHEV and BEV volumes'!$H$36</c:f>
              <c:strCache>
                <c:ptCount val="1"/>
                <c:pt idx="0">
                  <c:v>Vehicle Solutions Coventry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volumes'!$H$37:$H$47</c:f>
              <c:numCache>
                <c:formatCode>0</c:formatCode>
                <c:ptCount val="11"/>
                <c:pt idx="0">
                  <c:v>218.53942103272959</c:v>
                </c:pt>
                <c:pt idx="1">
                  <c:v>331.20520385409344</c:v>
                </c:pt>
                <c:pt idx="2">
                  <c:v>455.37073804843862</c:v>
                </c:pt>
                <c:pt idx="3">
                  <c:v>586.42918807384285</c:v>
                </c:pt>
                <c:pt idx="4">
                  <c:v>721.61928377986067</c:v>
                </c:pt>
                <c:pt idx="5">
                  <c:v>859.28590812998289</c:v>
                </c:pt>
                <c:pt idx="6">
                  <c:v>998.43697589337</c:v>
                </c:pt>
                <c:pt idx="7">
                  <c:v>1138.4778263182948</c:v>
                </c:pt>
                <c:pt idx="8">
                  <c:v>1279.0520168339965</c:v>
                </c:pt>
                <c:pt idx="9">
                  <c:v>1419.9458940155837</c:v>
                </c:pt>
                <c:pt idx="10">
                  <c:v>1561.0313929524273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486-44C3-BDE8-5A6B432CF206}"/>
            </c:ext>
          </c:extLst>
        </c:ser>
        <c:ser>
          <c:idx val="7"/>
          <c:order val="7"/>
          <c:tx>
            <c:strRef>
              <c:f>'PHEV and BEV volumes'!$I$36</c:f>
              <c:strCache>
                <c:ptCount val="1"/>
                <c:pt idx="0">
                  <c:v>Manchester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volumes'!$I$37:$I$47</c:f>
              <c:numCache>
                <c:formatCode>0</c:formatCode>
                <c:ptCount val="11"/>
                <c:pt idx="0">
                  <c:v>183.77178586843169</c:v>
                </c:pt>
                <c:pt idx="1">
                  <c:v>278.51346687730575</c:v>
                </c:pt>
                <c:pt idx="2">
                  <c:v>382.92539335891422</c:v>
                </c:pt>
                <c:pt idx="3">
                  <c:v>493.13363542573148</c:v>
                </c:pt>
                <c:pt idx="4">
                  <c:v>606.81621590579186</c:v>
                </c:pt>
                <c:pt idx="5">
                  <c:v>722.5813318365764</c:v>
                </c:pt>
                <c:pt idx="6">
                  <c:v>839.59472972851552</c:v>
                </c:pt>
                <c:pt idx="7">
                  <c:v>957.35635394947519</c:v>
                </c:pt>
                <c:pt idx="8">
                  <c:v>1075.5664687013152</c:v>
                </c:pt>
                <c:pt idx="9">
                  <c:v>1194.0454108767406</c:v>
                </c:pt>
                <c:pt idx="10">
                  <c:v>1312.6854895281772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486-44C3-BDE8-5A6B432CF206}"/>
            </c:ext>
          </c:extLst>
        </c:ser>
        <c:ser>
          <c:idx val="8"/>
          <c:order val="8"/>
          <c:tx>
            <c:strRef>
              <c:f>'PHEV and BEV volumes'!$J$36</c:f>
              <c:strCache>
                <c:ptCount val="1"/>
                <c:pt idx="0">
                  <c:v>Plymouth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volumes'!$J$37:$J$47</c:f>
              <c:numCache>
                <c:formatCode>0</c:formatCode>
                <c:ptCount val="11"/>
                <c:pt idx="0">
                  <c:v>158.93776075107607</c:v>
                </c:pt>
                <c:pt idx="1">
                  <c:v>240.87651189388609</c:v>
                </c:pt>
                <c:pt idx="2">
                  <c:v>331.17871858068264</c:v>
                </c:pt>
                <c:pt idx="3">
                  <c:v>426.49395496279482</c:v>
                </c:pt>
                <c:pt idx="4">
                  <c:v>524.81402456717149</c:v>
                </c:pt>
                <c:pt idx="5">
                  <c:v>624.93520591271476</c:v>
                </c:pt>
                <c:pt idx="6">
                  <c:v>726.13598246790536</c:v>
                </c:pt>
                <c:pt idx="7">
                  <c:v>827.98387368603255</c:v>
                </c:pt>
                <c:pt idx="8">
                  <c:v>930.21964860654305</c:v>
                </c:pt>
                <c:pt idx="9">
                  <c:v>1032.6879229204244</c:v>
                </c:pt>
                <c:pt idx="10">
                  <c:v>1135.2955585108562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486-44C3-BDE8-5A6B432CF206}"/>
            </c:ext>
          </c:extLst>
        </c:ser>
        <c:ser>
          <c:idx val="9"/>
          <c:order val="9"/>
          <c:tx>
            <c:strRef>
              <c:f>'PHEV and BEV volumes'!$K$36</c:f>
              <c:strCache>
                <c:ptCount val="1"/>
                <c:pt idx="0">
                  <c:v>Washington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volumes'!$K$37:$K$47</c:f>
              <c:numCache>
                <c:formatCode>0</c:formatCode>
                <c:ptCount val="11"/>
                <c:pt idx="0">
                  <c:v>124.17012558677816</c:v>
                </c:pt>
                <c:pt idx="1">
                  <c:v>188.18477491709851</c:v>
                </c:pt>
                <c:pt idx="2">
                  <c:v>258.73337389115829</c:v>
                </c:pt>
                <c:pt idx="3">
                  <c:v>333.19840231468339</c:v>
                </c:pt>
                <c:pt idx="4">
                  <c:v>410.01095669310263</c:v>
                </c:pt>
                <c:pt idx="5">
                  <c:v>488.23062961930844</c:v>
                </c:pt>
                <c:pt idx="6">
                  <c:v>567.29373630305099</c:v>
                </c:pt>
                <c:pt idx="7">
                  <c:v>646.86240131721297</c:v>
                </c:pt>
                <c:pt idx="8">
                  <c:v>726.73410047386164</c:v>
                </c:pt>
                <c:pt idx="9">
                  <c:v>806.78743978158161</c:v>
                </c:pt>
                <c:pt idx="10">
                  <c:v>886.94965508660641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2486-44C3-BDE8-5A6B432CF206}"/>
            </c:ext>
          </c:extLst>
        </c:ser>
        <c:ser>
          <c:idx val="10"/>
          <c:order val="10"/>
          <c:tx>
            <c:strRef>
              <c:f>'PHEV and BEV volumes'!$L$36</c:f>
              <c:strCache>
                <c:ptCount val="1"/>
                <c:pt idx="0">
                  <c:v>Northampton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volumes'!$L$37:$L$47</c:f>
              <c:numCache>
                <c:formatCode>0</c:formatCode>
                <c:ptCount val="11"/>
                <c:pt idx="0">
                  <c:v>114.23651553983591</c:v>
                </c:pt>
                <c:pt idx="1">
                  <c:v>173.12999292373061</c:v>
                </c:pt>
                <c:pt idx="2">
                  <c:v>238.03470397986558</c:v>
                </c:pt>
                <c:pt idx="3">
                  <c:v>306.54253012950875</c:v>
                </c:pt>
                <c:pt idx="4">
                  <c:v>377.21008015765437</c:v>
                </c:pt>
                <c:pt idx="5">
                  <c:v>449.1721792497637</c:v>
                </c:pt>
                <c:pt idx="6">
                  <c:v>521.91023739880688</c:v>
                </c:pt>
                <c:pt idx="7">
                  <c:v>595.11340921183591</c:v>
                </c:pt>
                <c:pt idx="8">
                  <c:v>668.59537243595275</c:v>
                </c:pt>
                <c:pt idx="9">
                  <c:v>742.24444459905499</c:v>
                </c:pt>
                <c:pt idx="10">
                  <c:v>815.9936826796777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2486-44C3-BDE8-5A6B432CF206}"/>
            </c:ext>
          </c:extLst>
        </c:ser>
        <c:ser>
          <c:idx val="11"/>
          <c:order val="11"/>
          <c:tx>
            <c:strRef>
              <c:f>'PHEV and BEV volumes'!$M$36</c:f>
              <c:strCache>
                <c:ptCount val="1"/>
                <c:pt idx="0">
                  <c:v>Mansfield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volumes'!$M$37:$M$47</c:f>
              <c:numCache>
                <c:formatCode>0</c:formatCode>
                <c:ptCount val="11"/>
                <c:pt idx="0">
                  <c:v>94.369295445951408</c:v>
                </c:pt>
                <c:pt idx="1">
                  <c:v>143.02042893699485</c:v>
                </c:pt>
                <c:pt idx="2">
                  <c:v>196.63736415728027</c:v>
                </c:pt>
                <c:pt idx="3">
                  <c:v>253.2307857591594</c:v>
                </c:pt>
                <c:pt idx="4">
                  <c:v>311.60832708675798</c:v>
                </c:pt>
                <c:pt idx="5">
                  <c:v>371.05527851067438</c:v>
                </c:pt>
                <c:pt idx="6">
                  <c:v>431.14323959031879</c:v>
                </c:pt>
                <c:pt idx="7">
                  <c:v>491.6154250010818</c:v>
                </c:pt>
                <c:pt idx="8">
                  <c:v>552.31791636013486</c:v>
                </c:pt>
                <c:pt idx="9">
                  <c:v>613.15845423400197</c:v>
                </c:pt>
                <c:pt idx="10">
                  <c:v>674.08173786582074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2486-44C3-BDE8-5A6B432CF206}"/>
            </c:ext>
          </c:extLst>
        </c:ser>
        <c:ser>
          <c:idx val="12"/>
          <c:order val="12"/>
          <c:tx>
            <c:strRef>
              <c:f>'PHEV and BEV volumes'!$N$36</c:f>
              <c:strCache>
                <c:ptCount val="1"/>
                <c:pt idx="0">
                  <c:v>Shotts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volumes'!$N$37:$N$47</c:f>
              <c:numCache>
                <c:formatCode>0</c:formatCode>
                <c:ptCount val="11"/>
                <c:pt idx="0">
                  <c:v>89.402490422480284</c:v>
                </c:pt>
                <c:pt idx="1">
                  <c:v>135.49303794031093</c:v>
                </c:pt>
                <c:pt idx="2">
                  <c:v>186.28802920163395</c:v>
                </c:pt>
                <c:pt idx="3">
                  <c:v>239.90284966657202</c:v>
                </c:pt>
                <c:pt idx="4">
                  <c:v>295.20788881903388</c:v>
                </c:pt>
                <c:pt idx="5">
                  <c:v>351.52605332590201</c:v>
                </c:pt>
                <c:pt idx="6">
                  <c:v>408.45149013819673</c:v>
                </c:pt>
                <c:pt idx="7">
                  <c:v>465.74092894839328</c:v>
                </c:pt>
                <c:pt idx="8">
                  <c:v>523.24855234118036</c:v>
                </c:pt>
                <c:pt idx="9">
                  <c:v>580.88695664273871</c:v>
                </c:pt>
                <c:pt idx="10">
                  <c:v>638.60375166235644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2486-44C3-BDE8-5A6B432CF206}"/>
            </c:ext>
          </c:extLst>
        </c:ser>
        <c:ser>
          <c:idx val="13"/>
          <c:order val="13"/>
          <c:tx>
            <c:strRef>
              <c:f>'PHEV and BEV volumes'!$O$36</c:f>
              <c:strCache>
                <c:ptCount val="1"/>
                <c:pt idx="0">
                  <c:v>ManheimOnline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volumes'!$O$37:$O$47</c:f>
              <c:numCache>
                <c:formatCode>0</c:formatCode>
                <c:ptCount val="11"/>
                <c:pt idx="0">
                  <c:v>59.601660281653523</c:v>
                </c:pt>
                <c:pt idx="1">
                  <c:v>90.328691960207266</c:v>
                </c:pt>
                <c:pt idx="2">
                  <c:v>124.19201946775598</c:v>
                </c:pt>
                <c:pt idx="3">
                  <c:v>159.93523311104803</c:v>
                </c:pt>
                <c:pt idx="4">
                  <c:v>196.80525921268926</c:v>
                </c:pt>
                <c:pt idx="5">
                  <c:v>234.35070221726804</c:v>
                </c:pt>
                <c:pt idx="6">
                  <c:v>272.30099342546453</c:v>
                </c:pt>
                <c:pt idx="7">
                  <c:v>310.49395263226216</c:v>
                </c:pt>
                <c:pt idx="8">
                  <c:v>348.83236822745363</c:v>
                </c:pt>
                <c:pt idx="9">
                  <c:v>387.25797109515918</c:v>
                </c:pt>
                <c:pt idx="10">
                  <c:v>425.735834441571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2486-44C3-BDE8-5A6B432CF206}"/>
            </c:ext>
          </c:extLst>
        </c:ser>
        <c:ser>
          <c:idx val="14"/>
          <c:order val="14"/>
          <c:tx>
            <c:strRef>
              <c:f>'PHEV and BEV volumes'!$P$36</c:f>
              <c:strCache>
                <c:ptCount val="1"/>
                <c:pt idx="0">
                  <c:v>Birmingham</c:v>
                </c:pt>
              </c:strCache>
            </c:strRef>
          </c:tx>
          <c:spPr>
            <a:ln w="2857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volumes'!$P$37:$P$47</c:f>
              <c:numCache>
                <c:formatCode>0</c:formatCode>
                <c:ptCount val="11"/>
                <c:pt idx="0">
                  <c:v>49.668050234711266</c:v>
                </c:pt>
                <c:pt idx="1">
                  <c:v>75.273909966839398</c:v>
                </c:pt>
                <c:pt idx="2">
                  <c:v>103.49334955646331</c:v>
                </c:pt>
                <c:pt idx="3">
                  <c:v>133.27936092587336</c:v>
                </c:pt>
                <c:pt idx="4">
                  <c:v>164.00438267724104</c:v>
                </c:pt>
                <c:pt idx="5">
                  <c:v>195.29225184772338</c:v>
                </c:pt>
                <c:pt idx="6">
                  <c:v>226.91749452122042</c:v>
                </c:pt>
                <c:pt idx="7">
                  <c:v>258.74496052688517</c:v>
                </c:pt>
                <c:pt idx="8">
                  <c:v>290.69364018954468</c:v>
                </c:pt>
                <c:pt idx="9">
                  <c:v>322.71497591263261</c:v>
                </c:pt>
                <c:pt idx="10">
                  <c:v>354.77986203464252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2486-44C3-BDE8-5A6B432CF206}"/>
            </c:ext>
          </c:extLst>
        </c:ser>
        <c:ser>
          <c:idx val="15"/>
          <c:order val="15"/>
          <c:tx>
            <c:strRef>
              <c:f>'PHEV and BEV volumes'!$Q$36</c:f>
              <c:strCache>
                <c:ptCount val="1"/>
                <c:pt idx="0">
                  <c:v>Gloucester</c:v>
                </c:pt>
              </c:strCache>
            </c:strRef>
          </c:tx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volumes'!$Q$37:$Q$47</c:f>
              <c:numCache>
                <c:formatCode>0</c:formatCode>
                <c:ptCount val="11"/>
                <c:pt idx="0">
                  <c:v>19.867220093884509</c:v>
                </c:pt>
                <c:pt idx="1">
                  <c:v>30.109563986735761</c:v>
                </c:pt>
                <c:pt idx="2">
                  <c:v>41.39733982258533</c:v>
                </c:pt>
                <c:pt idx="3">
                  <c:v>53.311744370349352</c:v>
                </c:pt>
                <c:pt idx="4">
                  <c:v>65.601753070896436</c:v>
                </c:pt>
                <c:pt idx="5">
                  <c:v>78.116900739089346</c:v>
                </c:pt>
                <c:pt idx="6">
                  <c:v>90.766997808488171</c:v>
                </c:pt>
                <c:pt idx="7">
                  <c:v>103.49798421075407</c:v>
                </c:pt>
                <c:pt idx="8">
                  <c:v>116.27745607581788</c:v>
                </c:pt>
                <c:pt idx="9">
                  <c:v>129.08599036505305</c:v>
                </c:pt>
                <c:pt idx="10">
                  <c:v>141.91194481385702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2486-44C3-BDE8-5A6B432CF206}"/>
            </c:ext>
          </c:extLst>
        </c:ser>
        <c:ser>
          <c:idx val="16"/>
          <c:order val="16"/>
          <c:tx>
            <c:strRef>
              <c:f>'PHEV and BEV volumes'!$R$36</c:f>
              <c:strCache>
                <c:ptCount val="1"/>
                <c:pt idx="0">
                  <c:v>Haydock</c:v>
                </c:pt>
              </c:strCache>
            </c:strRef>
          </c:tx>
          <c:spPr>
            <a:ln w="2857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volumes'!$A$37:$A$47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volumes'!$R$37:$R$47</c:f>
              <c:numCache>
                <c:formatCode>0</c:formatCode>
                <c:ptCount val="11"/>
                <c:pt idx="0">
                  <c:v>14.900415070413381</c:v>
                </c:pt>
                <c:pt idx="1">
                  <c:v>22.582172990051816</c:v>
                </c:pt>
                <c:pt idx="2">
                  <c:v>31.048004866938996</c:v>
                </c:pt>
                <c:pt idx="3">
                  <c:v>39.983808277762009</c:v>
                </c:pt>
                <c:pt idx="4">
                  <c:v>49.201314803172316</c:v>
                </c:pt>
                <c:pt idx="5">
                  <c:v>58.587675554317009</c:v>
                </c:pt>
                <c:pt idx="6">
                  <c:v>68.075248356366131</c:v>
                </c:pt>
                <c:pt idx="7">
                  <c:v>77.623488158065541</c:v>
                </c:pt>
                <c:pt idx="8">
                  <c:v>87.208092056863407</c:v>
                </c:pt>
                <c:pt idx="9">
                  <c:v>96.814492773789794</c:v>
                </c:pt>
                <c:pt idx="10">
                  <c:v>106.43395861039275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2486-44C3-BDE8-5A6B432CF2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70758159"/>
        <c:axId val="1370759407"/>
      </c:lineChart>
      <c:catAx>
        <c:axId val="1370758159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0759407"/>
        <c:crosses val="autoZero"/>
        <c:auto val="1"/>
        <c:lblAlgn val="ctr"/>
        <c:lblOffset val="100"/>
        <c:noMultiLvlLbl val="0"/>
      </c:catAx>
      <c:valAx>
        <c:axId val="1370759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0758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BEV upper bound values volume</a:t>
            </a:r>
            <a:r>
              <a:rPr lang="en-GB" baseline="0"/>
              <a:t>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'PHEV and BEV volumes'!$B$50</c:f>
              <c:strCache>
                <c:ptCount val="1"/>
                <c:pt idx="0">
                  <c:v>Brunting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volumes'!$B$51:$B$61</c:f>
              <c:numCache>
                <c:formatCode>0</c:formatCode>
                <c:ptCount val="11"/>
                <c:pt idx="0">
                  <c:v>963.04716357619691</c:v>
                </c:pt>
                <c:pt idx="1">
                  <c:v>1556.9387474427092</c:v>
                </c:pt>
                <c:pt idx="2">
                  <c:v>2274.3772630058261</c:v>
                </c:pt>
                <c:pt idx="3">
                  <c:v>3089.6959077754605</c:v>
                </c:pt>
                <c:pt idx="4">
                  <c:v>3984.3730512863972</c:v>
                </c:pt>
                <c:pt idx="5">
                  <c:v>4945.1117826234477</c:v>
                </c:pt>
                <c:pt idx="6">
                  <c:v>5962.3010811638869</c:v>
                </c:pt>
                <c:pt idx="7">
                  <c:v>7028.8957838584738</c:v>
                </c:pt>
                <c:pt idx="8">
                  <c:v>8139.6344132190734</c:v>
                </c:pt>
                <c:pt idx="9">
                  <c:v>9290.502623387416</c:v>
                </c:pt>
                <c:pt idx="10">
                  <c:v>10478.367342705475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E8-40F0-92AB-4F81993FA24A}"/>
            </c:ext>
          </c:extLst>
        </c:ser>
        <c:ser>
          <c:idx val="1"/>
          <c:order val="1"/>
          <c:tx>
            <c:strRef>
              <c:f>'PHEV and BEV volumes'!$C$50</c:f>
              <c:strCache>
                <c:ptCount val="1"/>
                <c:pt idx="0">
                  <c:v>Bristol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volumes'!$C$51:$C$61</c:f>
              <c:numCache>
                <c:formatCode>0</c:formatCode>
                <c:ptCount val="11"/>
                <c:pt idx="0">
                  <c:v>612.37238118703829</c:v>
                </c:pt>
                <c:pt idx="1">
                  <c:v>990.00996440650545</c:v>
                </c:pt>
                <c:pt idx="2">
                  <c:v>1446.2072813678353</c:v>
                </c:pt>
                <c:pt idx="3">
                  <c:v>1964.6435935311354</c:v>
                </c:pt>
                <c:pt idx="4">
                  <c:v>2533.5415597853726</c:v>
                </c:pt>
                <c:pt idx="5">
                  <c:v>3144.4460791681713</c:v>
                </c:pt>
                <c:pt idx="6">
                  <c:v>3791.2457961748628</c:v>
                </c:pt>
                <c:pt idx="7">
                  <c:v>4469.4609060404437</c:v>
                </c:pt>
                <c:pt idx="8">
                  <c:v>5175.7457953621288</c:v>
                </c:pt>
                <c:pt idx="9">
                  <c:v>5907.5478637843908</c:v>
                </c:pt>
                <c:pt idx="10">
                  <c:v>6662.8748863942419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AE8-40F0-92AB-4F81993FA24A}"/>
            </c:ext>
          </c:extLst>
        </c:ser>
        <c:ser>
          <c:idx val="2"/>
          <c:order val="2"/>
          <c:tx>
            <c:strRef>
              <c:f>'PHEV and BEV volumes'!$D$50</c:f>
              <c:strCache>
                <c:ptCount val="1"/>
                <c:pt idx="0">
                  <c:v>Vehicle Solutions Leeds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volumes'!$D$51:$D$61</c:f>
              <c:numCache>
                <c:formatCode>0</c:formatCode>
                <c:ptCount val="11"/>
                <c:pt idx="0">
                  <c:v>591.43657328320796</c:v>
                </c:pt>
                <c:pt idx="1">
                  <c:v>956.16346989688145</c:v>
                </c:pt>
                <c:pt idx="2">
                  <c:v>1396.7642973894478</c:v>
                </c:pt>
                <c:pt idx="3">
                  <c:v>1897.4762911881905</c:v>
                </c:pt>
                <c:pt idx="4">
                  <c:v>2446.9247543226247</c:v>
                </c:pt>
                <c:pt idx="5">
                  <c:v>3036.9436491111392</c:v>
                </c:pt>
                <c:pt idx="6">
                  <c:v>3661.6305552799959</c:v>
                </c:pt>
                <c:pt idx="7">
                  <c:v>4316.65882378265</c:v>
                </c:pt>
                <c:pt idx="8">
                  <c:v>4998.7972211617134</c:v>
                </c:pt>
                <c:pt idx="9">
                  <c:v>5705.5804154498819</c:v>
                </c:pt>
                <c:pt idx="10">
                  <c:v>6435.0842919876022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AE8-40F0-92AB-4F81993FA24A}"/>
            </c:ext>
          </c:extLst>
        </c:ser>
        <c:ser>
          <c:idx val="3"/>
          <c:order val="3"/>
          <c:tx>
            <c:strRef>
              <c:f>'PHEV and BEV volumes'!$E$50</c:f>
              <c:strCache>
                <c:ptCount val="1"/>
                <c:pt idx="0">
                  <c:v>Leeds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volumes'!$E$51:$E$61</c:f>
              <c:numCache>
                <c:formatCode>0</c:formatCode>
                <c:ptCount val="11"/>
                <c:pt idx="0">
                  <c:v>518.16124561980166</c:v>
                </c:pt>
                <c:pt idx="1">
                  <c:v>837.70073911319707</c:v>
                </c:pt>
                <c:pt idx="2">
                  <c:v>1223.7138534650915</c:v>
                </c:pt>
                <c:pt idx="3">
                  <c:v>1662.3907329878839</c:v>
                </c:pt>
                <c:pt idx="4">
                  <c:v>2143.7659352030078</c:v>
                </c:pt>
                <c:pt idx="5">
                  <c:v>2660.6851439115294</c:v>
                </c:pt>
                <c:pt idx="6">
                  <c:v>3207.9772121479614</c:v>
                </c:pt>
                <c:pt idx="7">
                  <c:v>3781.8515358803752</c:v>
                </c:pt>
                <c:pt idx="8">
                  <c:v>4379.4772114602629</c:v>
                </c:pt>
                <c:pt idx="9">
                  <c:v>4998.6943462790996</c:v>
                </c:pt>
                <c:pt idx="10">
                  <c:v>5637.8172115643592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AE8-40F0-92AB-4F81993FA24A}"/>
            </c:ext>
          </c:extLst>
        </c:ser>
        <c:ser>
          <c:idx val="4"/>
          <c:order val="4"/>
          <c:tx>
            <c:strRef>
              <c:f>'PHEV and BEV volumes'!$F$50</c:f>
              <c:strCache>
                <c:ptCount val="1"/>
                <c:pt idx="0">
                  <c:v>Colchester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volumes'!$F$51:$F$61</c:f>
              <c:numCache>
                <c:formatCode>0</c:formatCode>
                <c:ptCount val="11"/>
                <c:pt idx="0">
                  <c:v>444.8859179563953</c:v>
                </c:pt>
                <c:pt idx="1">
                  <c:v>719.23800832951247</c:v>
                </c:pt>
                <c:pt idx="2">
                  <c:v>1050.6634095407348</c:v>
                </c:pt>
                <c:pt idx="3">
                  <c:v>1427.3051747875768</c:v>
                </c:pt>
                <c:pt idx="4">
                  <c:v>1840.6071160833901</c:v>
                </c:pt>
                <c:pt idx="5">
                  <c:v>2284.4266387119192</c:v>
                </c:pt>
                <c:pt idx="6">
                  <c:v>2754.323869015926</c:v>
                </c:pt>
                <c:pt idx="7">
                  <c:v>3247.0442479780995</c:v>
                </c:pt>
                <c:pt idx="8">
                  <c:v>3760.157201758811</c:v>
                </c:pt>
                <c:pt idx="9">
                  <c:v>4291.8082771083173</c:v>
                </c:pt>
                <c:pt idx="10">
                  <c:v>4840.5501311411163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AE8-40F0-92AB-4F81993FA24A}"/>
            </c:ext>
          </c:extLst>
        </c:ser>
        <c:ser>
          <c:idx val="5"/>
          <c:order val="5"/>
          <c:tx>
            <c:strRef>
              <c:f>'PHEV and BEV volumes'!$G$50</c:f>
              <c:strCache>
                <c:ptCount val="1"/>
                <c:pt idx="0">
                  <c:v>Wimbledon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volumes'!$G$51:$G$61</c:f>
              <c:numCache>
                <c:formatCode>0</c:formatCode>
                <c:ptCount val="11"/>
                <c:pt idx="0">
                  <c:v>245.99574287000681</c:v>
                </c:pt>
                <c:pt idx="1">
                  <c:v>397.69631048808338</c:v>
                </c:pt>
                <c:pt idx="2">
                  <c:v>580.95506174605339</c:v>
                </c:pt>
                <c:pt idx="3">
                  <c:v>789.21580252960132</c:v>
                </c:pt>
                <c:pt idx="4">
                  <c:v>1017.7474641872864</c:v>
                </c:pt>
                <c:pt idx="5">
                  <c:v>1263.1535531701199</c:v>
                </c:pt>
                <c:pt idx="6">
                  <c:v>1522.9790805146883</c:v>
                </c:pt>
                <c:pt idx="7">
                  <c:v>1795.4244665290669</c:v>
                </c:pt>
                <c:pt idx="8">
                  <c:v>2079.145746854872</c:v>
                </c:pt>
                <c:pt idx="9">
                  <c:v>2373.1175179304814</c:v>
                </c:pt>
                <c:pt idx="10">
                  <c:v>2676.5394842780288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AE8-40F0-92AB-4F81993FA24A}"/>
            </c:ext>
          </c:extLst>
        </c:ser>
        <c:ser>
          <c:idx val="6"/>
          <c:order val="6"/>
          <c:tx>
            <c:strRef>
              <c:f>'PHEV and BEV volumes'!$H$50</c:f>
              <c:strCache>
                <c:ptCount val="1"/>
                <c:pt idx="0">
                  <c:v>Vehicle Solutions Coventry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volumes'!$H$51:$H$61</c:f>
              <c:numCache>
                <c:formatCode>0</c:formatCode>
                <c:ptCount val="11"/>
                <c:pt idx="0">
                  <c:v>230.29388694213404</c:v>
                </c:pt>
                <c:pt idx="1">
                  <c:v>372.3114396058653</c:v>
                </c:pt>
                <c:pt idx="2">
                  <c:v>543.8728237622629</c:v>
                </c:pt>
                <c:pt idx="3">
                  <c:v>738.84032577239282</c:v>
                </c:pt>
                <c:pt idx="4">
                  <c:v>952.78486009022561</c:v>
                </c:pt>
                <c:pt idx="5">
                  <c:v>1182.5267306273463</c:v>
                </c:pt>
                <c:pt idx="6">
                  <c:v>1425.7676498435383</c:v>
                </c:pt>
                <c:pt idx="7">
                  <c:v>1680.8229048357223</c:v>
                </c:pt>
                <c:pt idx="8">
                  <c:v>1946.4343162045614</c:v>
                </c:pt>
                <c:pt idx="9">
                  <c:v>2221.6419316796</c:v>
                </c:pt>
                <c:pt idx="10">
                  <c:v>2505.6965384730483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AE8-40F0-92AB-4F81993FA24A}"/>
            </c:ext>
          </c:extLst>
        </c:ser>
        <c:ser>
          <c:idx val="7"/>
          <c:order val="7"/>
          <c:tx>
            <c:strRef>
              <c:f>'PHEV and BEV volumes'!$I$50</c:f>
              <c:strCache>
                <c:ptCount val="1"/>
                <c:pt idx="0">
                  <c:v>Manchester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volumes'!$I$51:$I$61</c:f>
              <c:numCache>
                <c:formatCode>0</c:formatCode>
                <c:ptCount val="11"/>
                <c:pt idx="0">
                  <c:v>193.65622311043091</c:v>
                </c:pt>
                <c:pt idx="1">
                  <c:v>313.08007421402306</c:v>
                </c:pt>
                <c:pt idx="2">
                  <c:v>457.34760180008459</c:v>
                </c:pt>
                <c:pt idx="3">
                  <c:v>621.29754667223938</c:v>
                </c:pt>
                <c:pt idx="4">
                  <c:v>801.2054505304169</c:v>
                </c:pt>
                <c:pt idx="5">
                  <c:v>994.39747802754118</c:v>
                </c:pt>
                <c:pt idx="6">
                  <c:v>1198.9409782775206</c:v>
                </c:pt>
                <c:pt idx="7">
                  <c:v>1413.4192608845844</c:v>
                </c:pt>
                <c:pt idx="8">
                  <c:v>1636.7743113538352</c:v>
                </c:pt>
                <c:pt idx="9">
                  <c:v>1868.1988970942089</c:v>
                </c:pt>
                <c:pt idx="10">
                  <c:v>2107.0629982614269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AE8-40F0-92AB-4F81993FA24A}"/>
            </c:ext>
          </c:extLst>
        </c:ser>
        <c:ser>
          <c:idx val="8"/>
          <c:order val="8"/>
          <c:tx>
            <c:strRef>
              <c:f>'PHEV and BEV volumes'!$J$50</c:f>
              <c:strCache>
                <c:ptCount val="1"/>
                <c:pt idx="0">
                  <c:v>Plymouth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volumes'!$J$51:$J$61</c:f>
              <c:numCache>
                <c:formatCode>0</c:formatCode>
                <c:ptCount val="11"/>
                <c:pt idx="0">
                  <c:v>167.48646323064295</c:v>
                </c:pt>
                <c:pt idx="1">
                  <c:v>270.77195607699298</c:v>
                </c:pt>
                <c:pt idx="2">
                  <c:v>395.54387182710025</c:v>
                </c:pt>
                <c:pt idx="3">
                  <c:v>537.33841874355846</c:v>
                </c:pt>
                <c:pt idx="4">
                  <c:v>692.93444370198222</c:v>
                </c:pt>
                <c:pt idx="5">
                  <c:v>860.01944045625191</c:v>
                </c:pt>
                <c:pt idx="6">
                  <c:v>1036.9219271589368</c:v>
                </c:pt>
                <c:pt idx="7">
                  <c:v>1222.4166580623435</c:v>
                </c:pt>
                <c:pt idx="8">
                  <c:v>1415.5885936033173</c:v>
                </c:pt>
                <c:pt idx="9">
                  <c:v>1615.7395866760728</c:v>
                </c:pt>
                <c:pt idx="10">
                  <c:v>1822.3247552531261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1AE8-40F0-92AB-4F81993FA24A}"/>
            </c:ext>
          </c:extLst>
        </c:ser>
        <c:ser>
          <c:idx val="9"/>
          <c:order val="9"/>
          <c:tx>
            <c:strRef>
              <c:f>'PHEV and BEV volumes'!$K$50</c:f>
              <c:strCache>
                <c:ptCount val="1"/>
                <c:pt idx="0">
                  <c:v>Washington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volumes'!$K$51:$K$61</c:f>
              <c:numCache>
                <c:formatCode>0</c:formatCode>
                <c:ptCount val="11"/>
                <c:pt idx="0">
                  <c:v>130.8487993989398</c:v>
                </c:pt>
                <c:pt idx="1">
                  <c:v>211.54059068515073</c:v>
                </c:pt>
                <c:pt idx="2">
                  <c:v>309.01864986492205</c:v>
                </c:pt>
                <c:pt idx="3">
                  <c:v>419.79563964340502</c:v>
                </c:pt>
                <c:pt idx="4">
                  <c:v>541.35503414217362</c:v>
                </c:pt>
                <c:pt idx="5">
                  <c:v>671.89018785644669</c:v>
                </c:pt>
                <c:pt idx="6">
                  <c:v>810.09525559291944</c:v>
                </c:pt>
                <c:pt idx="7">
                  <c:v>955.01301411120585</c:v>
                </c:pt>
                <c:pt idx="8">
                  <c:v>1105.9285887525914</c:v>
                </c:pt>
                <c:pt idx="9">
                  <c:v>1262.2965520906816</c:v>
                </c:pt>
                <c:pt idx="10">
                  <c:v>1423.6912150415048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1AE8-40F0-92AB-4F81993FA24A}"/>
            </c:ext>
          </c:extLst>
        </c:ser>
        <c:ser>
          <c:idx val="10"/>
          <c:order val="10"/>
          <c:tx>
            <c:strRef>
              <c:f>'PHEV and BEV volumes'!$L$50</c:f>
              <c:strCache>
                <c:ptCount val="1"/>
                <c:pt idx="0">
                  <c:v>Northampton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volumes'!$L$51:$L$61</c:f>
              <c:numCache>
                <c:formatCode>0</c:formatCode>
                <c:ptCount val="11"/>
                <c:pt idx="0">
                  <c:v>120.38089544702461</c:v>
                </c:pt>
                <c:pt idx="1">
                  <c:v>194.61734343033865</c:v>
                </c:pt>
                <c:pt idx="2">
                  <c:v>284.29715787572826</c:v>
                </c:pt>
                <c:pt idx="3">
                  <c:v>386.21198847193256</c:v>
                </c:pt>
                <c:pt idx="4">
                  <c:v>498.04663141079965</c:v>
                </c:pt>
                <c:pt idx="5">
                  <c:v>618.13897282793096</c:v>
                </c:pt>
                <c:pt idx="6">
                  <c:v>745.28763514548586</c:v>
                </c:pt>
                <c:pt idx="7">
                  <c:v>878.61197298230923</c:v>
                </c:pt>
                <c:pt idx="8">
                  <c:v>1017.4543016523842</c:v>
                </c:pt>
                <c:pt idx="9">
                  <c:v>1161.312827923427</c:v>
                </c:pt>
                <c:pt idx="10">
                  <c:v>1309.7959178381843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1AE8-40F0-92AB-4F81993FA24A}"/>
            </c:ext>
          </c:extLst>
        </c:ser>
        <c:ser>
          <c:idx val="11"/>
          <c:order val="11"/>
          <c:tx>
            <c:strRef>
              <c:f>'PHEV and BEV volumes'!$M$50</c:f>
              <c:strCache>
                <c:ptCount val="1"/>
                <c:pt idx="0">
                  <c:v>Mansfield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volumes'!$M$51:$M$61</c:f>
              <c:numCache>
                <c:formatCode>0</c:formatCode>
                <c:ptCount val="11"/>
                <c:pt idx="0">
                  <c:v>99.445087543194234</c:v>
                </c:pt>
                <c:pt idx="1">
                  <c:v>160.77084892071457</c:v>
                </c:pt>
                <c:pt idx="2">
                  <c:v>234.85417389734073</c:v>
                </c:pt>
                <c:pt idx="3">
                  <c:v>319.04468612898779</c:v>
                </c:pt>
                <c:pt idx="4">
                  <c:v>411.42982594805193</c:v>
                </c:pt>
                <c:pt idx="5">
                  <c:v>510.63654277089955</c:v>
                </c:pt>
                <c:pt idx="6">
                  <c:v>615.67239425061871</c:v>
                </c:pt>
                <c:pt idx="7">
                  <c:v>725.80989072451632</c:v>
                </c:pt>
                <c:pt idx="8">
                  <c:v>840.50572745196962</c:v>
                </c:pt>
                <c:pt idx="9">
                  <c:v>959.34537958891804</c:v>
                </c:pt>
                <c:pt idx="10">
                  <c:v>1082.0053234315435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1AE8-40F0-92AB-4F81993FA24A}"/>
            </c:ext>
          </c:extLst>
        </c:ser>
        <c:ser>
          <c:idx val="12"/>
          <c:order val="12"/>
          <c:tx>
            <c:strRef>
              <c:f>'PHEV and BEV volumes'!$N$50</c:f>
              <c:strCache>
                <c:ptCount val="1"/>
                <c:pt idx="0">
                  <c:v>Shotts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volumes'!$N$51:$N$61</c:f>
              <c:numCache>
                <c:formatCode>0</c:formatCode>
                <c:ptCount val="11"/>
                <c:pt idx="0">
                  <c:v>94.211135567236653</c:v>
                </c:pt>
                <c:pt idx="1">
                  <c:v>152.30922529330851</c:v>
                </c:pt>
                <c:pt idx="2">
                  <c:v>222.49342790274386</c:v>
                </c:pt>
                <c:pt idx="3">
                  <c:v>302.25286054325153</c:v>
                </c:pt>
                <c:pt idx="4">
                  <c:v>389.77562458236497</c:v>
                </c:pt>
                <c:pt idx="5">
                  <c:v>483.76093525664163</c:v>
                </c:pt>
                <c:pt idx="6">
                  <c:v>583.26858402690186</c:v>
                </c:pt>
                <c:pt idx="7">
                  <c:v>687.60937016006801</c:v>
                </c:pt>
                <c:pt idx="8">
                  <c:v>796.26858390186578</c:v>
                </c:pt>
                <c:pt idx="9">
                  <c:v>908.85351750529082</c:v>
                </c:pt>
                <c:pt idx="10">
                  <c:v>1025.0576748298834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1AE8-40F0-92AB-4F81993FA24A}"/>
            </c:ext>
          </c:extLst>
        </c:ser>
        <c:ser>
          <c:idx val="13"/>
          <c:order val="13"/>
          <c:tx>
            <c:strRef>
              <c:f>'PHEV and BEV volumes'!$O$50</c:f>
              <c:strCache>
                <c:ptCount val="1"/>
                <c:pt idx="0">
                  <c:v>ManheimOnline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volumes'!$O$51:$O$61</c:f>
              <c:numCache>
                <c:formatCode>0</c:formatCode>
                <c:ptCount val="11"/>
                <c:pt idx="0">
                  <c:v>62.807423711491104</c:v>
                </c:pt>
                <c:pt idx="1">
                  <c:v>101.53948352887235</c:v>
                </c:pt>
                <c:pt idx="2">
                  <c:v>148.32895193516259</c:v>
                </c:pt>
                <c:pt idx="3">
                  <c:v>201.50190702883438</c:v>
                </c:pt>
                <c:pt idx="4">
                  <c:v>259.85041638824333</c:v>
                </c:pt>
                <c:pt idx="5">
                  <c:v>322.50729017109444</c:v>
                </c:pt>
                <c:pt idx="6">
                  <c:v>388.8457226846013</c:v>
                </c:pt>
                <c:pt idx="7">
                  <c:v>458.40624677337871</c:v>
                </c:pt>
                <c:pt idx="8">
                  <c:v>530.84572260124389</c:v>
                </c:pt>
                <c:pt idx="9">
                  <c:v>605.90234500352722</c:v>
                </c:pt>
                <c:pt idx="10">
                  <c:v>683.37178321992224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1AE8-40F0-92AB-4F81993FA24A}"/>
            </c:ext>
          </c:extLst>
        </c:ser>
        <c:ser>
          <c:idx val="14"/>
          <c:order val="14"/>
          <c:tx>
            <c:strRef>
              <c:f>'PHEV and BEV volumes'!$P$50</c:f>
              <c:strCache>
                <c:ptCount val="1"/>
                <c:pt idx="0">
                  <c:v>Birmingham</c:v>
                </c:pt>
              </c:strCache>
            </c:strRef>
          </c:tx>
          <c:spPr>
            <a:ln w="2857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volumes'!$P$51:$P$61</c:f>
              <c:numCache>
                <c:formatCode>0</c:formatCode>
                <c:ptCount val="11"/>
                <c:pt idx="0">
                  <c:v>52.339519759575921</c:v>
                </c:pt>
                <c:pt idx="1">
                  <c:v>84.616236274060299</c:v>
                </c:pt>
                <c:pt idx="2">
                  <c:v>123.60745994596883</c:v>
                </c:pt>
                <c:pt idx="3">
                  <c:v>167.91825585736197</c:v>
                </c:pt>
                <c:pt idx="4">
                  <c:v>216.54201365686947</c:v>
                </c:pt>
                <c:pt idx="5">
                  <c:v>268.75607514257871</c:v>
                </c:pt>
                <c:pt idx="6">
                  <c:v>324.03810223716778</c:v>
                </c:pt>
                <c:pt idx="7">
                  <c:v>382.00520564448232</c:v>
                </c:pt>
                <c:pt idx="8">
                  <c:v>442.37143550103661</c:v>
                </c:pt>
                <c:pt idx="9">
                  <c:v>504.91862083627268</c:v>
                </c:pt>
                <c:pt idx="10">
                  <c:v>569.47648601660194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1AE8-40F0-92AB-4F81993FA24A}"/>
            </c:ext>
          </c:extLst>
        </c:ser>
        <c:ser>
          <c:idx val="15"/>
          <c:order val="15"/>
          <c:tx>
            <c:strRef>
              <c:f>'PHEV and BEV volumes'!$Q$50</c:f>
              <c:strCache>
                <c:ptCount val="1"/>
                <c:pt idx="0">
                  <c:v>Gloucester</c:v>
                </c:pt>
              </c:strCache>
            </c:strRef>
          </c:tx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volumes'!$Q$51:$Q$61</c:f>
              <c:numCache>
                <c:formatCode>0</c:formatCode>
                <c:ptCount val="11"/>
                <c:pt idx="0">
                  <c:v>20.935807903830369</c:v>
                </c:pt>
                <c:pt idx="1">
                  <c:v>33.846494509624122</c:v>
                </c:pt>
                <c:pt idx="2">
                  <c:v>49.442983978387531</c:v>
                </c:pt>
                <c:pt idx="3">
                  <c:v>67.167302342944808</c:v>
                </c:pt>
                <c:pt idx="4">
                  <c:v>86.616805462747777</c:v>
                </c:pt>
                <c:pt idx="5">
                  <c:v>107.50243005703149</c:v>
                </c:pt>
                <c:pt idx="6">
                  <c:v>129.6152408948671</c:v>
                </c:pt>
                <c:pt idx="7">
                  <c:v>152.80208225779293</c:v>
                </c:pt>
                <c:pt idx="8">
                  <c:v>176.94857420041467</c:v>
                </c:pt>
                <c:pt idx="9">
                  <c:v>201.9674483345091</c:v>
                </c:pt>
                <c:pt idx="10">
                  <c:v>227.79059440664076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1AE8-40F0-92AB-4F81993FA24A}"/>
            </c:ext>
          </c:extLst>
        </c:ser>
        <c:ser>
          <c:idx val="16"/>
          <c:order val="16"/>
          <c:tx>
            <c:strRef>
              <c:f>'PHEV and BEV volumes'!$R$50</c:f>
              <c:strCache>
                <c:ptCount val="1"/>
                <c:pt idx="0">
                  <c:v>Haydock</c:v>
                </c:pt>
              </c:strCache>
            </c:strRef>
          </c:tx>
          <c:spPr>
            <a:ln w="2857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'PHEV and BEV volumes'!$A$51:$A$61</c:f>
              <c:numCache>
                <c:formatCode>General</c:formatCode>
                <c:ptCount val="11"/>
                <c:pt idx="0" formatCode="0">
                  <c:v>2022</c:v>
                </c:pt>
                <c:pt idx="1">
                  <c:v>2023</c:v>
                </c:pt>
                <c:pt idx="2" formatCode="0">
                  <c:v>2024</c:v>
                </c:pt>
                <c:pt idx="3">
                  <c:v>2025</c:v>
                </c:pt>
                <c:pt idx="4" formatCode="0">
                  <c:v>2026</c:v>
                </c:pt>
                <c:pt idx="5">
                  <c:v>2027</c:v>
                </c:pt>
                <c:pt idx="6" formatCode="0">
                  <c:v>2028</c:v>
                </c:pt>
                <c:pt idx="7">
                  <c:v>2029</c:v>
                </c:pt>
                <c:pt idx="8" formatCode="0">
                  <c:v>2030</c:v>
                </c:pt>
                <c:pt idx="9">
                  <c:v>2031</c:v>
                </c:pt>
                <c:pt idx="10" formatCode="0">
                  <c:v>2032</c:v>
                </c:pt>
              </c:numCache>
            </c:numRef>
          </c:cat>
          <c:val>
            <c:numRef>
              <c:f>'PHEV and BEV volumes'!$R$51:$R$61</c:f>
              <c:numCache>
                <c:formatCode>0</c:formatCode>
                <c:ptCount val="11"/>
                <c:pt idx="0">
                  <c:v>15.701855927872776</c:v>
                </c:pt>
                <c:pt idx="1">
                  <c:v>25.384870882218088</c:v>
                </c:pt>
                <c:pt idx="2">
                  <c:v>37.082237983790648</c:v>
                </c:pt>
                <c:pt idx="3">
                  <c:v>50.375476757208595</c:v>
                </c:pt>
                <c:pt idx="4">
                  <c:v>64.962604097060833</c:v>
                </c:pt>
                <c:pt idx="5">
                  <c:v>80.62682254277361</c:v>
                </c:pt>
                <c:pt idx="6">
                  <c:v>97.211430671150325</c:v>
                </c:pt>
                <c:pt idx="7">
                  <c:v>114.60156169334468</c:v>
                </c:pt>
                <c:pt idx="8">
                  <c:v>132.71143065031097</c:v>
                </c:pt>
                <c:pt idx="9">
                  <c:v>151.4755862508818</c:v>
                </c:pt>
                <c:pt idx="10">
                  <c:v>170.84294580498056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1AE8-40F0-92AB-4F81993FA2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5658639"/>
        <c:axId val="605659055"/>
      </c:lineChart>
      <c:catAx>
        <c:axId val="605658639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5659055"/>
        <c:crosses val="autoZero"/>
        <c:auto val="1"/>
        <c:lblAlgn val="ctr"/>
        <c:lblOffset val="100"/>
        <c:noMultiLvlLbl val="0"/>
      </c:catAx>
      <c:valAx>
        <c:axId val="605659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5658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38156" cy="464978"/>
          </a:xfrm>
          <a:prstGeom prst="rect">
            <a:avLst/>
          </a:prstGeom>
        </p:spPr>
        <p:txBody>
          <a:bodyPr vert="horz" lIns="90673" tIns="45335" rIns="90673" bIns="45335" rtlCol="0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674" y="2"/>
            <a:ext cx="3038156" cy="464978"/>
          </a:xfrm>
          <a:prstGeom prst="rect">
            <a:avLst/>
          </a:prstGeom>
        </p:spPr>
        <p:txBody>
          <a:bodyPr vert="horz" lIns="90673" tIns="45335" rIns="90673" bIns="45335" rtlCol="0"/>
          <a:lstStyle>
            <a:lvl1pPr algn="r">
              <a:defRPr sz="1200"/>
            </a:lvl1pPr>
          </a:lstStyle>
          <a:p>
            <a:fld id="{A544B7F5-F5C7-4D85-B245-2EB1549E755F}" type="datetimeFigureOut">
              <a:rPr lang="en-US" smtClean="0">
                <a:latin typeface="Calibri" panose="020F0502020204030204" pitchFamily="34" charset="0"/>
              </a:rPr>
              <a:t>7/18/2022</a:t>
            </a:fld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848"/>
            <a:ext cx="3038156" cy="464978"/>
          </a:xfrm>
          <a:prstGeom prst="rect">
            <a:avLst/>
          </a:prstGeom>
        </p:spPr>
        <p:txBody>
          <a:bodyPr vert="horz" lIns="90673" tIns="45335" rIns="90673" bIns="45335" rtlCol="0" anchor="b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674" y="8829848"/>
            <a:ext cx="3038156" cy="464978"/>
          </a:xfrm>
          <a:prstGeom prst="rect">
            <a:avLst/>
          </a:prstGeom>
        </p:spPr>
        <p:txBody>
          <a:bodyPr vert="horz" lIns="90673" tIns="45335" rIns="90673" bIns="45335" rtlCol="0" anchor="b"/>
          <a:lstStyle>
            <a:lvl1pPr algn="r">
              <a:defRPr sz="1200"/>
            </a:lvl1pPr>
          </a:lstStyle>
          <a:p>
            <a:fld id="{AB627574-AC5C-4806-9007-F6DCA895AA20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1325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48" tIns="46575" rIns="93148" bIns="46575" rtlCol="0"/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40" y="0"/>
            <a:ext cx="3037840" cy="464820"/>
          </a:xfrm>
          <a:prstGeom prst="rect">
            <a:avLst/>
          </a:prstGeom>
        </p:spPr>
        <p:txBody>
          <a:bodyPr vert="horz" lIns="93148" tIns="46575" rIns="93148" bIns="46575" rtlCol="0"/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fld id="{000534CB-5A2E-E042-BD2B-5FEE40BFF387}" type="datetimeFigureOut">
              <a:rPr lang="en-US" smtClean="0"/>
              <a:pPr/>
              <a:t>7/18/2022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5325"/>
            <a:ext cx="619442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48" tIns="46575" rIns="93148" bIns="4657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48" tIns="46575" rIns="93148" bIns="46575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6"/>
            <a:ext cx="3037840" cy="464820"/>
          </a:xfrm>
          <a:prstGeom prst="rect">
            <a:avLst/>
          </a:prstGeom>
        </p:spPr>
        <p:txBody>
          <a:bodyPr vert="horz" lIns="93148" tIns="46575" rIns="93148" bIns="46575" rtlCol="0" anchor="b"/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0" y="8829966"/>
            <a:ext cx="3037840" cy="464820"/>
          </a:xfrm>
          <a:prstGeom prst="rect">
            <a:avLst/>
          </a:prstGeom>
        </p:spPr>
        <p:txBody>
          <a:bodyPr vert="horz" lIns="93148" tIns="46575" rIns="93148" bIns="46575" rtlCol="0" anchor="b"/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fld id="{C822B1E7-694C-A54B-B0DB-38D0AA2579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3605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09265" rtl="0" eaLnBrk="1" latinLnBrk="0" hangingPunct="1">
      <a:defRPr sz="16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609265" algn="l" defTabSz="609265" rtl="0" eaLnBrk="1" latinLnBrk="0" hangingPunct="1">
      <a:defRPr sz="16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1218530" algn="l" defTabSz="609265" rtl="0" eaLnBrk="1" latinLnBrk="0" hangingPunct="1">
      <a:defRPr sz="16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827795" algn="l" defTabSz="609265" rtl="0" eaLnBrk="1" latinLnBrk="0" hangingPunct="1">
      <a:defRPr sz="16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2437060" algn="l" defTabSz="609265" rtl="0" eaLnBrk="1" latinLnBrk="0" hangingPunct="1">
      <a:defRPr sz="16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3046323" algn="l" defTabSz="6092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5590" algn="l" defTabSz="6092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4853" algn="l" defTabSz="6092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4119" algn="l" defTabSz="6092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6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 Front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F2636C-5B9F-1142-B244-9025AB952E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88825" cy="6317874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07676" y="1034143"/>
            <a:ext cx="6058438" cy="323281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07676" y="4494939"/>
            <a:ext cx="5590353" cy="9588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07676" y="5548884"/>
            <a:ext cx="1910138" cy="360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6" name="Picture 25" descr="Icon&#10;&#10;Description automatically generated with medium confidence">
            <a:extLst>
              <a:ext uri="{FF2B5EF4-FFF2-40B4-BE49-F238E27FC236}">
                <a16:creationId xmlns:a16="http://schemas.microsoft.com/office/drawing/2014/main" id="{AF7FCECF-5DBE-F343-92D7-FA1F2ECADF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675" y="350218"/>
            <a:ext cx="2375281" cy="2441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3D30A0-A3BE-254D-B47F-51ACC001414A}"/>
              </a:ext>
            </a:extLst>
          </p:cNvPr>
          <p:cNvSpPr txBox="1"/>
          <p:nvPr userDrawn="1"/>
        </p:nvSpPr>
        <p:spPr>
          <a:xfrm>
            <a:off x="10866749" y="272257"/>
            <a:ext cx="1203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/ </a:t>
            </a:r>
            <a:r>
              <a:rPr lang="en-US" sz="2000" dirty="0">
                <a:solidFill>
                  <a:schemeClr val="bg1"/>
                </a:solidFill>
              </a:rPr>
              <a:t>Europe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no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07675" y="307410"/>
            <a:ext cx="11324883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279843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97F78C-5246-8645-A1FD-EF7FFA78BE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715" y="1014273"/>
            <a:ext cx="11324884" cy="4829453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2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039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4BCF25EF-D985-D049-8500-A7AF0A31FD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338189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321150" y="1488440"/>
            <a:ext cx="7396622" cy="643406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ctr">
              <a:defRPr sz="4000" b="0" i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Enter your ‘thank you’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333A7-8DCC-4445-93BF-670F7F644E6D}"/>
              </a:ext>
            </a:extLst>
          </p:cNvPr>
          <p:cNvSpPr txBox="1"/>
          <p:nvPr userDrawn="1"/>
        </p:nvSpPr>
        <p:spPr>
          <a:xfrm>
            <a:off x="11685381" y="6084703"/>
            <a:ext cx="53671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chemeClr val="accent2"/>
                </a:solidFill>
              </a:rPr>
              <a:t>v.10 May 21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F8939A-39F3-8B49-A3FE-C8C1E1B5A63A}"/>
              </a:ext>
            </a:extLst>
          </p:cNvPr>
          <p:cNvSpPr/>
          <p:nvPr userDrawn="1"/>
        </p:nvSpPr>
        <p:spPr>
          <a:xfrm>
            <a:off x="0" y="0"/>
            <a:ext cx="12188825" cy="6293224"/>
          </a:xfrm>
          <a:prstGeom prst="rect">
            <a:avLst/>
          </a:prstGeom>
          <a:gradFill>
            <a:gsLst>
              <a:gs pos="71000">
                <a:schemeClr val="bg2"/>
              </a:gs>
              <a:gs pos="0">
                <a:srgbClr val="003964"/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A34B073-84E8-4F46-98DF-5D4B5DA051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2" y="1036759"/>
            <a:ext cx="11020519" cy="33890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309BB7B-1A6F-8B4E-ADCB-AF9F9304CC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2" y="4425841"/>
            <a:ext cx="11020518" cy="15399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AEECBC-C911-CC48-B54B-D1A98F6C72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63741" y="341695"/>
            <a:ext cx="2279700" cy="25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118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F8939A-39F3-8B49-A3FE-C8C1E1B5A63A}"/>
              </a:ext>
            </a:extLst>
          </p:cNvPr>
          <p:cNvSpPr/>
          <p:nvPr userDrawn="1"/>
        </p:nvSpPr>
        <p:spPr>
          <a:xfrm>
            <a:off x="0" y="0"/>
            <a:ext cx="12188825" cy="6293224"/>
          </a:xfrm>
          <a:prstGeom prst="rect">
            <a:avLst/>
          </a:prstGeom>
          <a:gradFill>
            <a:gsLst>
              <a:gs pos="71000">
                <a:schemeClr val="tx2"/>
              </a:gs>
              <a:gs pos="0">
                <a:srgbClr val="001E37"/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07D205F-5526-EC4F-996A-BDE736357A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2" y="1036759"/>
            <a:ext cx="11020519" cy="33890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EA67B83-AB12-0842-89DE-93E11609CA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2" y="4425841"/>
            <a:ext cx="11020518" cy="15399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7A7EE-E5D8-E24C-8E57-004DB48E2F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63741" y="341695"/>
            <a:ext cx="2279700" cy="25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2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F8939A-39F3-8B49-A3FE-C8C1E1B5A63A}"/>
              </a:ext>
            </a:extLst>
          </p:cNvPr>
          <p:cNvSpPr/>
          <p:nvPr userDrawn="1"/>
        </p:nvSpPr>
        <p:spPr>
          <a:xfrm>
            <a:off x="-1" y="0"/>
            <a:ext cx="12188825" cy="6293224"/>
          </a:xfrm>
          <a:prstGeom prst="rect">
            <a:avLst/>
          </a:prstGeom>
          <a:gradFill>
            <a:gsLst>
              <a:gs pos="71000">
                <a:schemeClr val="accent5"/>
              </a:gs>
              <a:gs pos="0">
                <a:schemeClr val="accent5">
                  <a:lumMod val="75000"/>
                </a:schemeClr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51C4AEB-555B-5545-9B87-D3F120AF2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1" y="1036759"/>
            <a:ext cx="11020519" cy="33890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6CD7520-A6EF-7A4B-AB9F-8D5761E9B3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2" y="4425841"/>
            <a:ext cx="11020518" cy="15399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A0F870-B873-4745-B148-DDF39F0721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63741" y="341695"/>
            <a:ext cx="2279700" cy="25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958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F8939A-39F3-8B49-A3FE-C8C1E1B5A63A}"/>
              </a:ext>
            </a:extLst>
          </p:cNvPr>
          <p:cNvSpPr/>
          <p:nvPr userDrawn="1"/>
        </p:nvSpPr>
        <p:spPr>
          <a:xfrm>
            <a:off x="0" y="0"/>
            <a:ext cx="12188825" cy="6293224"/>
          </a:xfrm>
          <a:prstGeom prst="rect">
            <a:avLst/>
          </a:prstGeom>
          <a:gradFill>
            <a:gsLst>
              <a:gs pos="70000">
                <a:schemeClr val="accent1"/>
              </a:gs>
              <a:gs pos="0">
                <a:schemeClr val="accent1">
                  <a:lumMod val="84000"/>
                </a:schemeClr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494BCF-A76B-C14C-AB73-5EAD120997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63741" y="341695"/>
            <a:ext cx="2279700" cy="25269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ABCB98E-454C-DE42-8CB0-A5155BF73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2" y="1036759"/>
            <a:ext cx="11020519" cy="33890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02FF1B2-B508-8642-95E7-999EB99AC4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2" y="4425841"/>
            <a:ext cx="11020518" cy="15399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837250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F8939A-39F3-8B49-A3FE-C8C1E1B5A63A}"/>
              </a:ext>
            </a:extLst>
          </p:cNvPr>
          <p:cNvSpPr/>
          <p:nvPr userDrawn="1"/>
        </p:nvSpPr>
        <p:spPr>
          <a:xfrm>
            <a:off x="0" y="0"/>
            <a:ext cx="12188825" cy="6293224"/>
          </a:xfrm>
          <a:prstGeom prst="rect">
            <a:avLst/>
          </a:prstGeom>
          <a:gradFill>
            <a:gsLst>
              <a:gs pos="69000">
                <a:schemeClr val="accent2"/>
              </a:gs>
              <a:gs pos="0">
                <a:schemeClr val="accent2">
                  <a:lumMod val="80000"/>
                </a:schemeClr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1ACB63D-5B0A-1740-A789-E34C1F7D3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2" y="1036759"/>
            <a:ext cx="11020519" cy="33890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1B607BA-4E9B-AC44-9C75-07E2BFE0F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2" y="4425841"/>
            <a:ext cx="11020518" cy="15399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FCC4DA-93F8-6C4B-8A2A-88778BAFD5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63741" y="341695"/>
            <a:ext cx="2279700" cy="25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21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Codeweav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9429B5-40DE-F344-99B0-C4E044B28C2D}"/>
              </a:ext>
            </a:extLst>
          </p:cNvPr>
          <p:cNvSpPr/>
          <p:nvPr userDrawn="1"/>
        </p:nvSpPr>
        <p:spPr>
          <a:xfrm>
            <a:off x="0" y="-2986"/>
            <a:ext cx="12188825" cy="6282874"/>
          </a:xfrm>
          <a:prstGeom prst="rect">
            <a:avLst/>
          </a:prstGeom>
          <a:gradFill>
            <a:gsLst>
              <a:gs pos="28000">
                <a:srgbClr val="F4F6F8"/>
              </a:gs>
              <a:gs pos="100000">
                <a:srgbClr val="E9ECEF"/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62227A4D-6565-F445-8A53-2B182CDC75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3215" y="2292018"/>
            <a:ext cx="3164229" cy="651013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1ACB63D-5B0A-1740-A789-E34C1F7D3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2" y="3087445"/>
            <a:ext cx="11020519" cy="133839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tx1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1B607BA-4E9B-AC44-9C75-07E2BFE0F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3" y="4482845"/>
            <a:ext cx="11020518" cy="13383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rgbClr val="196AE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8CF592-9FBC-A849-9013-9DBC2579B1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63741" y="343037"/>
            <a:ext cx="2279704" cy="25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Codeweav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0" descr="Logo&#10;&#10;Description automatically generated">
            <a:extLst>
              <a:ext uri="{FF2B5EF4-FFF2-40B4-BE49-F238E27FC236}">
                <a16:creationId xmlns:a16="http://schemas.microsoft.com/office/drawing/2014/main" id="{DB5C100B-B15A-6C4E-A07C-F94BAA8928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40728" y="294951"/>
            <a:ext cx="1691830" cy="34808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C6725A4E-36C3-F643-8255-C217FA488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5" y="307410"/>
            <a:ext cx="11324883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9D4261A-8ABF-224C-BBE4-5A3610A27E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279843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AC99800-DAAB-B94F-99BD-45CD97473B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715" y="1014273"/>
            <a:ext cx="11324884" cy="4829453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3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8787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ealer A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D0F413-915C-9D4F-9ACC-5B396750B4A7}"/>
              </a:ext>
            </a:extLst>
          </p:cNvPr>
          <p:cNvSpPr/>
          <p:nvPr userDrawn="1"/>
        </p:nvSpPr>
        <p:spPr>
          <a:xfrm>
            <a:off x="0" y="-2986"/>
            <a:ext cx="12188825" cy="6282874"/>
          </a:xfrm>
          <a:prstGeom prst="rect">
            <a:avLst/>
          </a:prstGeom>
          <a:gradFill>
            <a:gsLst>
              <a:gs pos="30000">
                <a:srgbClr val="262B54"/>
              </a:gs>
              <a:gs pos="98000">
                <a:srgbClr val="262B54">
                  <a:lumMod val="75000"/>
                  <a:lumOff val="25000"/>
                </a:srgbClr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5" name="Picture 44" descr="Logo&#10;&#10;Description automatically generated">
            <a:extLst>
              <a:ext uri="{FF2B5EF4-FFF2-40B4-BE49-F238E27FC236}">
                <a16:creationId xmlns:a16="http://schemas.microsoft.com/office/drawing/2014/main" id="{42EF154A-E5C6-FE48-BFF5-34CC7A4B9A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152" y="2424047"/>
            <a:ext cx="3155432" cy="503259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1ACB63D-5B0A-1740-A789-E34C1F7D3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2" y="3087445"/>
            <a:ext cx="11020519" cy="133839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rgbClr val="68A52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1B607BA-4E9B-AC44-9C75-07E2BFE0F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3" y="4482845"/>
            <a:ext cx="11020518" cy="13383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3F19215-934B-AD4D-8399-42F5495312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63741" y="341695"/>
            <a:ext cx="2279700" cy="25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81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Dealer A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C6725A4E-36C3-F643-8255-C217FA488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5" y="307410"/>
            <a:ext cx="11324883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9D4261A-8ABF-224C-BBE4-5A3610A27E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279843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AC99800-DAAB-B94F-99BD-45CD97473B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715" y="1014273"/>
            <a:ext cx="11324884" cy="4829453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2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C2A8D12E-1E90-7D41-8C58-A935822F981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4742" y="336659"/>
            <a:ext cx="1657816" cy="2646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eVA Valuations &amp; Apprais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11D988E-5CE9-AA40-AD1D-8BF1D0502751}"/>
              </a:ext>
            </a:extLst>
          </p:cNvPr>
          <p:cNvSpPr/>
          <p:nvPr userDrawn="1"/>
        </p:nvSpPr>
        <p:spPr>
          <a:xfrm>
            <a:off x="-1" y="-1"/>
            <a:ext cx="12188826" cy="6283569"/>
          </a:xfrm>
          <a:prstGeom prst="rect">
            <a:avLst/>
          </a:prstGeom>
          <a:gradFill>
            <a:gsLst>
              <a:gs pos="47000">
                <a:srgbClr val="14BAEE"/>
              </a:gs>
              <a:gs pos="98000">
                <a:srgbClr val="14BAEE">
                  <a:lumMod val="56000"/>
                  <a:lumOff val="44000"/>
                </a:srgbClr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A picture containing icon&#10;&#10;Description automatically generated">
            <a:extLst>
              <a:ext uri="{FF2B5EF4-FFF2-40B4-BE49-F238E27FC236}">
                <a16:creationId xmlns:a16="http://schemas.microsoft.com/office/drawing/2014/main" id="{593D2707-1639-894E-BEF1-1EED0E9439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152" y="2052354"/>
            <a:ext cx="3179417" cy="877256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1ACB63D-5B0A-1740-A789-E34C1F7D3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2" y="3087445"/>
            <a:ext cx="11020519" cy="133839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rgbClr val="29235C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1B607BA-4E9B-AC44-9C75-07E2BFE0F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3" y="4482845"/>
            <a:ext cx="11020518" cy="1338396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26184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net - eVA Valuations &amp; Apprias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C675C82-2259-BC41-A9AC-7D2AA6D0A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5" y="307410"/>
            <a:ext cx="11324883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9E212796-F054-1A43-85F6-3D9E7BEB22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279843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C3B738D-82FC-524E-A05F-8D1C980A4D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715" y="1014273"/>
            <a:ext cx="11324884" cy="4829453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2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  <p:pic>
        <p:nvPicPr>
          <p:cNvPr id="36" name="Picture 3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5E35A475-27EC-A343-9FC2-1BB4668B0D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5541" y="291015"/>
            <a:ext cx="1527017" cy="42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88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Manhe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F8939A-39F3-8B49-A3FE-C8C1E1B5A63A}"/>
              </a:ext>
            </a:extLst>
          </p:cNvPr>
          <p:cNvSpPr/>
          <p:nvPr userDrawn="1"/>
        </p:nvSpPr>
        <p:spPr>
          <a:xfrm>
            <a:off x="0" y="0"/>
            <a:ext cx="12188825" cy="6293224"/>
          </a:xfrm>
          <a:prstGeom prst="rect">
            <a:avLst/>
          </a:prstGeom>
          <a:gradFill>
            <a:gsLst>
              <a:gs pos="80000">
                <a:srgbClr val="004489"/>
              </a:gs>
              <a:gs pos="18000">
                <a:srgbClr val="004489">
                  <a:lumMod val="68000"/>
                </a:srgbClr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1ACB63D-5B0A-1740-A789-E34C1F7D3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2" y="3087445"/>
            <a:ext cx="11020519" cy="133839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1B607BA-4E9B-AC44-9C75-07E2BFE0F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3" y="4482845"/>
            <a:ext cx="11020518" cy="13383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rgbClr val="FCC5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80" name="Picture 7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37D9478-2FE0-B349-8690-F65F5B9491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151" y="2239471"/>
            <a:ext cx="2684072" cy="70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308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Manhe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87746B4-0768-534D-81D5-4CB99E26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5" y="307410"/>
            <a:ext cx="11324883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377C2EB-5E4B-6D4F-BDFE-2391837939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279843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DE2590F-6232-0846-A0E0-B02B7A92E3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715" y="1014273"/>
            <a:ext cx="11324884" cy="4829453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2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4C649561-73E1-AD45-99D1-82BD77453B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43485" y="286621"/>
            <a:ext cx="1389073" cy="36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415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Manheim Exp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D4630A-204D-604C-8DE4-6D576CBA0C62}"/>
              </a:ext>
            </a:extLst>
          </p:cNvPr>
          <p:cNvSpPr/>
          <p:nvPr userDrawn="1"/>
        </p:nvSpPr>
        <p:spPr>
          <a:xfrm>
            <a:off x="0" y="0"/>
            <a:ext cx="12188825" cy="6293224"/>
          </a:xfrm>
          <a:prstGeom prst="rect">
            <a:avLst/>
          </a:prstGeom>
          <a:gradFill>
            <a:gsLst>
              <a:gs pos="11000">
                <a:srgbClr val="425263"/>
              </a:gs>
              <a:gs pos="98000">
                <a:srgbClr val="425263">
                  <a:lumMod val="54336"/>
                </a:srgbClr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1ACB63D-5B0A-1740-A789-E34C1F7D3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2" y="3087445"/>
            <a:ext cx="11020519" cy="133839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1B607BA-4E9B-AC44-9C75-07E2BFE0F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3" y="4482845"/>
            <a:ext cx="11020518" cy="13383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rgbClr val="CCFF3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46" name="Picture 45" descr="Logo&#10;&#10;Description automatically generated with low confidence">
            <a:extLst>
              <a:ext uri="{FF2B5EF4-FFF2-40B4-BE49-F238E27FC236}">
                <a16:creationId xmlns:a16="http://schemas.microsoft.com/office/drawing/2014/main" id="{663F381C-791E-1D4F-9C47-4E2A8E8345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151" y="2005422"/>
            <a:ext cx="2710450" cy="91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0383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Manheim Exp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87746B4-0768-534D-81D5-4CB99E26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5" y="307410"/>
            <a:ext cx="11324883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DC31F19-F73E-1F4D-9814-C3FA443F4C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279843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FC4C438-D7C2-F943-B5F2-2BCF3B39D6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715" y="1014273"/>
            <a:ext cx="11324884" cy="4829453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2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  <p:pic>
        <p:nvPicPr>
          <p:cNvPr id="44" name="Picture 43" descr="Logo&#10;&#10;Description automatically generated">
            <a:extLst>
              <a:ext uri="{FF2B5EF4-FFF2-40B4-BE49-F238E27FC236}">
                <a16:creationId xmlns:a16="http://schemas.microsoft.com/office/drawing/2014/main" id="{7BDF9A83-A87F-554F-8EAA-5A31E48F8F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54" y="297762"/>
            <a:ext cx="1459404" cy="49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125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Manheim Auction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F8939A-39F3-8B49-A3FE-C8C1E1B5A63A}"/>
              </a:ext>
            </a:extLst>
          </p:cNvPr>
          <p:cNvSpPr/>
          <p:nvPr userDrawn="1"/>
        </p:nvSpPr>
        <p:spPr>
          <a:xfrm>
            <a:off x="0" y="0"/>
            <a:ext cx="12188825" cy="6293224"/>
          </a:xfrm>
          <a:prstGeom prst="rect">
            <a:avLst/>
          </a:prstGeom>
          <a:gradFill>
            <a:gsLst>
              <a:gs pos="25000">
                <a:srgbClr val="004489"/>
              </a:gs>
              <a:gs pos="98000">
                <a:srgbClr val="004489">
                  <a:lumMod val="68000"/>
                </a:srgbClr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white and blue logo&#10;&#10;Description automatically generated with medium confidence">
            <a:extLst>
              <a:ext uri="{FF2B5EF4-FFF2-40B4-BE49-F238E27FC236}">
                <a16:creationId xmlns:a16="http://schemas.microsoft.com/office/drawing/2014/main" id="{207DB53F-0B20-1B4D-931C-45D3A6DEC6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151" y="2121452"/>
            <a:ext cx="2725727" cy="818959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1ACB63D-5B0A-1740-A789-E34C1F7D3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2" y="3087445"/>
            <a:ext cx="11020519" cy="133839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1B607BA-4E9B-AC44-9C75-07E2BFE0F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3" y="4482845"/>
            <a:ext cx="11020518" cy="13383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rgbClr val="FCC5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2080491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Manheim Auction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yellow logo&#10;&#10;Description automatically generated with medium confidence">
            <a:extLst>
              <a:ext uri="{FF2B5EF4-FFF2-40B4-BE49-F238E27FC236}">
                <a16:creationId xmlns:a16="http://schemas.microsoft.com/office/drawing/2014/main" id="{148A6E73-F6BF-2941-BE67-090A339DF9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2867" y="289905"/>
            <a:ext cx="1409691" cy="423550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87746B4-0768-534D-81D5-4CB99E26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5" y="307410"/>
            <a:ext cx="11324883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0DAB070-9911-E745-90EF-0D5815B0E3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279843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7E6AAF4-64A0-A243-BEBC-3DC36890E4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715" y="1014273"/>
            <a:ext cx="11324884" cy="4829453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3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19279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Manheim Inspection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F8939A-39F3-8B49-A3FE-C8C1E1B5A63A}"/>
              </a:ext>
            </a:extLst>
          </p:cNvPr>
          <p:cNvSpPr/>
          <p:nvPr userDrawn="1"/>
        </p:nvSpPr>
        <p:spPr>
          <a:xfrm>
            <a:off x="-1" y="0"/>
            <a:ext cx="12188825" cy="6293224"/>
          </a:xfrm>
          <a:prstGeom prst="rect">
            <a:avLst/>
          </a:prstGeom>
          <a:gradFill>
            <a:gsLst>
              <a:gs pos="25000">
                <a:srgbClr val="004489"/>
              </a:gs>
              <a:gs pos="98000">
                <a:srgbClr val="004489">
                  <a:lumMod val="68000"/>
                </a:srgbClr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1ACB63D-5B0A-1740-A789-E34C1F7D3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2" y="3087445"/>
            <a:ext cx="11020519" cy="133839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1B607BA-4E9B-AC44-9C75-07E2BFE0F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3" y="4482845"/>
            <a:ext cx="11020518" cy="13383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rgbClr val="FCC5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18AC274-7D46-D143-9CFF-99B187E377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152" y="2111458"/>
            <a:ext cx="2978032" cy="81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634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Manheim Inspection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yellow logo&#10;&#10;Description automatically generated with medium confidence">
            <a:extLst>
              <a:ext uri="{FF2B5EF4-FFF2-40B4-BE49-F238E27FC236}">
                <a16:creationId xmlns:a16="http://schemas.microsoft.com/office/drawing/2014/main" id="{AB842F79-D572-7543-B134-25E5894617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9459" y="292253"/>
            <a:ext cx="1523099" cy="418853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87746B4-0768-534D-81D5-4CB99E26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5" y="307410"/>
            <a:ext cx="11324883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B12EDDF-2BB7-954D-A54F-FA67A596CC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279843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EA6C130-43C0-5448-AAFD-AD9BC5A076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715" y="1014273"/>
            <a:ext cx="11324884" cy="4829453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3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15106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Manheim Vehicle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F8939A-39F3-8B49-A3FE-C8C1E1B5A63A}"/>
              </a:ext>
            </a:extLst>
          </p:cNvPr>
          <p:cNvSpPr/>
          <p:nvPr userDrawn="1"/>
        </p:nvSpPr>
        <p:spPr>
          <a:xfrm>
            <a:off x="0" y="0"/>
            <a:ext cx="12188825" cy="6293224"/>
          </a:xfrm>
          <a:prstGeom prst="rect">
            <a:avLst/>
          </a:prstGeom>
          <a:gradFill>
            <a:gsLst>
              <a:gs pos="25000">
                <a:srgbClr val="004489"/>
              </a:gs>
              <a:gs pos="98000">
                <a:srgbClr val="004489">
                  <a:lumMod val="68000"/>
                </a:srgbClr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74F6DE7-BEF1-0441-81CB-61DF70372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151" y="2117080"/>
            <a:ext cx="2622323" cy="818959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1ACB63D-5B0A-1740-A789-E34C1F7D3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2" y="3087445"/>
            <a:ext cx="11020519" cy="133839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1B607BA-4E9B-AC44-9C75-07E2BFE0F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3" y="4482845"/>
            <a:ext cx="11020518" cy="13383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rgbClr val="FCC5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0855094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Manheim Vehicle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yellow logo&#10;&#10;Description automatically generated with low confidence">
            <a:extLst>
              <a:ext uri="{FF2B5EF4-FFF2-40B4-BE49-F238E27FC236}">
                <a16:creationId xmlns:a16="http://schemas.microsoft.com/office/drawing/2014/main" id="{E4D455CC-C65E-9345-A942-BE7579B9DB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52489" y="286180"/>
            <a:ext cx="1380069" cy="431000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87746B4-0768-534D-81D5-4CB99E26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5" y="307410"/>
            <a:ext cx="11324883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DC31F19-F73E-1F4D-9814-C3FA443F4C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279843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FC4C438-D7C2-F943-B5F2-2BCF3B39D6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715" y="1014273"/>
            <a:ext cx="11324884" cy="4829453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3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7520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Mo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C6AC09-0DD4-5641-B467-F864C8BB5383}"/>
              </a:ext>
            </a:extLst>
          </p:cNvPr>
          <p:cNvSpPr/>
          <p:nvPr userDrawn="1"/>
        </p:nvSpPr>
        <p:spPr>
          <a:xfrm>
            <a:off x="0" y="0"/>
            <a:ext cx="12188825" cy="6339840"/>
          </a:xfrm>
          <a:prstGeom prst="rect">
            <a:avLst/>
          </a:prstGeom>
          <a:gradFill>
            <a:gsLst>
              <a:gs pos="60000">
                <a:srgbClr val="F5F5F5"/>
              </a:gs>
              <a:gs pos="100000">
                <a:srgbClr val="F5F5F5">
                  <a:lumMod val="93984"/>
                </a:srgbClr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BEB24415-AF9B-0143-8E07-A8CF76899C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153" y="2067937"/>
            <a:ext cx="2705762" cy="880343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1ACB63D-5B0A-1740-A789-E34C1F7D3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2" y="3087445"/>
            <a:ext cx="11020519" cy="133839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tx1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1B607BA-4E9B-AC44-9C75-07E2BFE0F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3" y="4482845"/>
            <a:ext cx="11020518" cy="13383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rgbClr val="FF5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43448C-E635-0348-87C7-3F2F4346C96B}"/>
              </a:ext>
            </a:extLst>
          </p:cNvPr>
          <p:cNvSpPr/>
          <p:nvPr userDrawn="1"/>
        </p:nvSpPr>
        <p:spPr>
          <a:xfrm>
            <a:off x="5875930" y="1448933"/>
            <a:ext cx="783968" cy="78396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4384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Mo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Logo&#10;&#10;Description automatically generated">
            <a:extLst>
              <a:ext uri="{FF2B5EF4-FFF2-40B4-BE49-F238E27FC236}">
                <a16:creationId xmlns:a16="http://schemas.microsoft.com/office/drawing/2014/main" id="{F65E9866-1926-3843-B36A-CFC0FD0A91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9200" y="303942"/>
            <a:ext cx="1413358" cy="459848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61742FA-474D-3545-97AA-779F1AD3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5" y="307410"/>
            <a:ext cx="11324883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21E3C3-6C4A-444C-9456-4C43B1BD33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279843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331BDF6-E8D1-AD48-9A91-EF1B9D388C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715" y="1014273"/>
            <a:ext cx="11324884" cy="4829453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3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Mov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12E7CF4-46F4-BA4B-AA1A-F9BB5144A5A1}"/>
              </a:ext>
            </a:extLst>
          </p:cNvPr>
          <p:cNvSpPr/>
          <p:nvPr userDrawn="1"/>
        </p:nvSpPr>
        <p:spPr>
          <a:xfrm>
            <a:off x="0" y="0"/>
            <a:ext cx="12188825" cy="6293224"/>
          </a:xfrm>
          <a:prstGeom prst="rect">
            <a:avLst/>
          </a:prstGeom>
          <a:gradFill>
            <a:gsLst>
              <a:gs pos="71000">
                <a:srgbClr val="0474A7"/>
              </a:gs>
              <a:gs pos="0">
                <a:srgbClr val="0474A7">
                  <a:lumMod val="85579"/>
                </a:srgbClr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84B0EEC1-5F13-C041-A545-660D6D4988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1839" y="2412284"/>
            <a:ext cx="2718422" cy="515936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1ACB63D-5B0A-1740-A789-E34C1F7D3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2" y="3087445"/>
            <a:ext cx="11020519" cy="133839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1B607BA-4E9B-AC44-9C75-07E2BFE0F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3" y="4482845"/>
            <a:ext cx="11020518" cy="13383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tabLst>
                <a:tab pos="10083800" algn="l"/>
              </a:tabLst>
              <a:defRPr sz="2600" b="0" i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5394386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Mov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50C60E6-90F0-944E-91B5-237C4BF0F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5" y="307410"/>
            <a:ext cx="11324883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3870E73-E24C-944F-BE28-B0CABE3C2A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279843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D21E620-6A4E-4743-B557-28C9E8A3E4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715" y="1014273"/>
            <a:ext cx="11324884" cy="4829453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2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7BD14DDC-2DEB-9E45-8BD0-5EE3A4A38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88562" y="331961"/>
            <a:ext cx="1443996" cy="2740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NextGear Cap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F8939A-39F3-8B49-A3FE-C8C1E1B5A63A}"/>
              </a:ext>
            </a:extLst>
          </p:cNvPr>
          <p:cNvSpPr/>
          <p:nvPr userDrawn="1"/>
        </p:nvSpPr>
        <p:spPr>
          <a:xfrm>
            <a:off x="0" y="0"/>
            <a:ext cx="12188825" cy="6293224"/>
          </a:xfrm>
          <a:prstGeom prst="rect">
            <a:avLst/>
          </a:prstGeom>
          <a:gradFill>
            <a:gsLst>
              <a:gs pos="30000">
                <a:srgbClr val="E0ECF0"/>
              </a:gs>
              <a:gs pos="100000">
                <a:srgbClr val="63ACD0">
                  <a:lumMod val="47211"/>
                  <a:lumOff val="52789"/>
                </a:srgbClr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1" name="Picture 570" descr="Icon&#10;&#10;Description automatically generated with medium confidence">
            <a:extLst>
              <a:ext uri="{FF2B5EF4-FFF2-40B4-BE49-F238E27FC236}">
                <a16:creationId xmlns:a16="http://schemas.microsoft.com/office/drawing/2014/main" id="{CE1377E9-750E-0248-A537-0157B4B7B2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152" y="2111373"/>
            <a:ext cx="3012238" cy="903191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1ACB63D-5B0A-1740-A789-E34C1F7D3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2" y="3087445"/>
            <a:ext cx="11020519" cy="133839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bg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1B607BA-4E9B-AC44-9C75-07E2BFE0F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3" y="4482845"/>
            <a:ext cx="11020518" cy="13383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rgbClr val="85C44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8294029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extGear Cap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5395ACE-F216-4843-BF31-8AD6E7618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5" y="307410"/>
            <a:ext cx="11324883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73C5E49-B033-7947-B070-D7DF72CF0B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279843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F81C41E-9BDE-CC43-B764-F70A832D8C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715" y="1014273"/>
            <a:ext cx="11324884" cy="4829453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2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  <p:pic>
        <p:nvPicPr>
          <p:cNvPr id="17" name="Picture 16" descr="Icon&#10;&#10;Description automatically generated with medium confidence">
            <a:extLst>
              <a:ext uri="{FF2B5EF4-FFF2-40B4-BE49-F238E27FC236}">
                <a16:creationId xmlns:a16="http://schemas.microsoft.com/office/drawing/2014/main" id="{B50BB46A-DB75-5949-991A-10899A3C06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3662" y="307410"/>
            <a:ext cx="1603936" cy="4809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RMS Automo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F8939A-39F3-8B49-A3FE-C8C1E1B5A63A}"/>
              </a:ext>
            </a:extLst>
          </p:cNvPr>
          <p:cNvSpPr/>
          <p:nvPr userDrawn="1"/>
        </p:nvSpPr>
        <p:spPr>
          <a:xfrm>
            <a:off x="0" y="0"/>
            <a:ext cx="12188825" cy="6293224"/>
          </a:xfrm>
          <a:prstGeom prst="rect">
            <a:avLst/>
          </a:prstGeom>
          <a:gradFill>
            <a:gsLst>
              <a:gs pos="76000">
                <a:srgbClr val="00BBAC"/>
              </a:gs>
              <a:gs pos="30000">
                <a:srgbClr val="00A599"/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Text, logo&#10;&#10;Description automatically generated with medium confidence">
            <a:extLst>
              <a:ext uri="{FF2B5EF4-FFF2-40B4-BE49-F238E27FC236}">
                <a16:creationId xmlns:a16="http://schemas.microsoft.com/office/drawing/2014/main" id="{E300BFA4-B9EB-A840-9C6B-523B5B9E79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151" y="1931782"/>
            <a:ext cx="2366507" cy="1060588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1ACB63D-5B0A-1740-A789-E34C1F7D3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2" y="3087445"/>
            <a:ext cx="11020519" cy="133839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1B607BA-4E9B-AC44-9C75-07E2BFE0F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3" y="4482845"/>
            <a:ext cx="11020518" cy="13383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rgbClr val="DFFFF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9364830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RMS Automo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Logo&#10;&#10;Description automatically generated">
            <a:extLst>
              <a:ext uri="{FF2B5EF4-FFF2-40B4-BE49-F238E27FC236}">
                <a16:creationId xmlns:a16="http://schemas.microsoft.com/office/drawing/2014/main" id="{E60973FD-B588-3741-818D-412B0636A9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383" y="307410"/>
            <a:ext cx="1260175" cy="564768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87746B4-0768-534D-81D5-4CB99E26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5" y="307410"/>
            <a:ext cx="11324883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DC31F19-F73E-1F4D-9814-C3FA443F4C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279843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FC4C438-D7C2-F943-B5F2-2BCF3B39D6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715" y="1014273"/>
            <a:ext cx="11324884" cy="4829453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3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20457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ue backgrou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A6E0139-749E-964E-AD76-D4BB59CE5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5" y="307410"/>
            <a:ext cx="11324883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F30A775-6904-A149-97C1-E51E265CBE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279843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4EAAD98-D24E-574F-9789-8C52E682B8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715" y="1014273"/>
            <a:ext cx="11324884" cy="4829453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chemeClr val="bg1"/>
                </a:solidFill>
              </a:defRPr>
            </a:lvl1pPr>
            <a:lvl2pPr marL="285750" indent="-285750">
              <a:buClr>
                <a:schemeClr val="bg1"/>
              </a:buClr>
              <a:buSzPct val="100000"/>
              <a:buFont typeface="Calibri"/>
              <a:buChar char="/"/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633644" indent="-28575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chemeClr val="bg1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chemeClr val="bg1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chemeClr val="bg1"/>
                </a:solidFill>
              </a:defRPr>
            </a:lvl7pPr>
            <a:lvl8pPr marL="273050" indent="-273050"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3024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4318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INK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928" y="212834"/>
            <a:ext cx="2553576" cy="476004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9441AA8-6286-594C-886F-D9D3A484CC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676" y="1034143"/>
            <a:ext cx="6058438" cy="323281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2182071-C297-A142-BB26-F41BF5A1A7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676" y="4494939"/>
            <a:ext cx="5590353" cy="9588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>
                <a:solidFill>
                  <a:schemeClr val="accent5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Use this page as a title page when printing to save ink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A3BFF0B-C3AA-5C4D-AB87-43D52CA5E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676" y="5548884"/>
            <a:ext cx="1910138" cy="360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2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8482958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INK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F8939A-39F3-8B49-A3FE-C8C1E1B5A63A}"/>
              </a:ext>
            </a:extLst>
          </p:cNvPr>
          <p:cNvSpPr/>
          <p:nvPr userDrawn="1"/>
        </p:nvSpPr>
        <p:spPr>
          <a:xfrm>
            <a:off x="0" y="0"/>
            <a:ext cx="12188825" cy="6293224"/>
          </a:xfrm>
          <a:prstGeom prst="rect">
            <a:avLst/>
          </a:prstGeom>
          <a:gradFill>
            <a:gsLst>
              <a:gs pos="100000">
                <a:srgbClr val="F5F5F5">
                  <a:lumMod val="41000"/>
                  <a:lumOff val="59000"/>
                </a:srgbClr>
              </a:gs>
              <a:gs pos="30000">
                <a:srgbClr val="F5F5F5"/>
              </a:gs>
            </a:gsLst>
            <a:lin ang="144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23AD9-5C57-FB4E-B8D3-C249F79630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761802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A6867DA-2178-4544-B511-C4188EAC9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151" y="1036759"/>
            <a:ext cx="11020519" cy="33890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48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In order to save ink use this </a:t>
            </a:r>
            <a:br>
              <a:rPr lang="en-US" dirty="0"/>
            </a:br>
            <a:r>
              <a:rPr lang="en-US" dirty="0"/>
              <a:t>divider when printing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85E9E4-290F-AA48-9008-2E8B2E9640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52" y="4425841"/>
            <a:ext cx="11020518" cy="15399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00" b="0" i="0">
                <a:solidFill>
                  <a:schemeClr val="accent5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5444917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 Content image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628683" y="302651"/>
            <a:ext cx="5906744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5649957" y="596015"/>
            <a:ext cx="5883251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247919DF-4B16-244D-9C4A-BF920F87BED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5326987" cy="6285126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Clr>
                <a:schemeClr val="accent2"/>
              </a:buClr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insert a different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7875B9F-411B-AD4F-A116-BB82C46DB32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49957" y="1014274"/>
            <a:ext cx="5906744" cy="5084686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3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74576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  Content lo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07675" y="307410"/>
            <a:ext cx="11324883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279843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CD5810A-F125-8C41-B95B-EBA8C17CDF6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022378"/>
            <a:ext cx="12188825" cy="2119095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Clr>
                <a:schemeClr val="accent2"/>
              </a:buClr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insert a different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3728898-73AF-3548-92DF-6FF342D02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7674" y="3338006"/>
            <a:ext cx="11324883" cy="2760954"/>
          </a:xfrm>
          <a:prstGeom prst="rect">
            <a:avLst/>
          </a:prstGeom>
        </p:spPr>
        <p:txBody>
          <a:bodyPr lIns="90000" rIns="90000" numCol="3" spcCol="36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3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52637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  Presentation points and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654609-1A7C-DB4D-A42B-63797DB40E8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80305" y="0"/>
            <a:ext cx="3808520" cy="6260145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insert a different picture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07676" y="307410"/>
            <a:ext cx="7919360" cy="320243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7874321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A2C91CC-0BBD-EA46-8F40-ADE0F745E18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2715" y="1014274"/>
            <a:ext cx="7442588" cy="5084686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3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67007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 Content blue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868719-0939-3D44-86DD-34DF57687883}"/>
              </a:ext>
            </a:extLst>
          </p:cNvPr>
          <p:cNvSpPr/>
          <p:nvPr userDrawn="1"/>
        </p:nvSpPr>
        <p:spPr>
          <a:xfrm>
            <a:off x="1" y="0"/>
            <a:ext cx="3808520" cy="6260145"/>
          </a:xfrm>
          <a:prstGeom prst="rect">
            <a:avLst/>
          </a:prstGeom>
          <a:solidFill>
            <a:srgbClr val="0F3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07675" y="224925"/>
            <a:ext cx="3300725" cy="473142"/>
          </a:xfrm>
          <a:prstGeom prst="rect">
            <a:avLst/>
          </a:prstGeom>
        </p:spPr>
        <p:txBody>
          <a:bodyPr vert="horz" lIns="121841" tIns="60920" rIns="121841" bIns="60920" rtlCol="0" anchor="t" anchorCtr="0">
            <a:noAutofit/>
          </a:bodyPr>
          <a:lstStyle>
            <a:lvl1pPr algn="l">
              <a:defRPr sz="2400" b="0" i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3089475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8F5EF6A-C29C-4142-9FFE-E61D89D54A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508" y="1358152"/>
            <a:ext cx="7516049" cy="4714174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2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3A2D272-FB87-1048-BFF0-B14834FAEE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673" y="1358153"/>
            <a:ext cx="3036863" cy="4639448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600" b="0">
                <a:solidFill>
                  <a:schemeClr val="bg1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2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633644" indent="-28575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chemeClr val="bg1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chemeClr val="bg1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chemeClr val="bg1"/>
                </a:solidFill>
              </a:defRPr>
            </a:lvl7pPr>
            <a:lvl8pPr marL="273050" indent="-273050"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49950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 Content sky blue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868719-0939-3D44-86DD-34DF57687883}"/>
              </a:ext>
            </a:extLst>
          </p:cNvPr>
          <p:cNvSpPr/>
          <p:nvPr userDrawn="1"/>
        </p:nvSpPr>
        <p:spPr>
          <a:xfrm>
            <a:off x="1" y="0"/>
            <a:ext cx="3808520" cy="626014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3089475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FFD488E-F392-AB4E-A448-B5CD168B2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5" y="224925"/>
            <a:ext cx="3321046" cy="473142"/>
          </a:xfrm>
          <a:prstGeom prst="rect">
            <a:avLst/>
          </a:prstGeom>
        </p:spPr>
        <p:txBody>
          <a:bodyPr vert="horz" lIns="121841" tIns="60920" rIns="121841" bIns="60920" rtlCol="0" anchor="t" anchorCtr="0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A4DD76D-B2C8-1E4F-9AF0-DAD9F36CA7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508" y="1358152"/>
            <a:ext cx="7516049" cy="4714174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2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D11356D-5B00-7C4C-AD90-C8E750DB6C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673" y="1358153"/>
            <a:ext cx="3036863" cy="4639448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600" b="0">
                <a:solidFill>
                  <a:schemeClr val="bg1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2"/>
              </a:buBlip>
              <a:defRPr sz="1400">
                <a:solidFill>
                  <a:schemeClr val="tx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633644" indent="-28575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chemeClr val="bg1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chemeClr val="bg1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chemeClr val="bg1"/>
                </a:solidFill>
              </a:defRPr>
            </a:lvl7pPr>
            <a:lvl8pPr marL="273050" indent="-273050"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63762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 Content light blue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868719-0939-3D44-86DD-34DF57687883}"/>
              </a:ext>
            </a:extLst>
          </p:cNvPr>
          <p:cNvSpPr/>
          <p:nvPr userDrawn="1"/>
        </p:nvSpPr>
        <p:spPr>
          <a:xfrm>
            <a:off x="1" y="0"/>
            <a:ext cx="3808520" cy="6290125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3089475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D2E6731-E95E-CE46-9F09-57126966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5" y="224925"/>
            <a:ext cx="3400846" cy="473142"/>
          </a:xfrm>
          <a:prstGeom prst="rect">
            <a:avLst/>
          </a:prstGeom>
        </p:spPr>
        <p:txBody>
          <a:bodyPr vert="horz" lIns="121841" tIns="60920" rIns="121841" bIns="60920" rtlCol="0" anchor="t" anchorCtr="0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A9612D3-173D-5742-ABD3-5D6C15F3EF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508" y="1358152"/>
            <a:ext cx="7516049" cy="4714174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2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20E77D5-E271-B545-B581-E880E81F83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673" y="1358153"/>
            <a:ext cx="3036863" cy="4639448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6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2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6"/>
            <a:endParaRPr lang="en-GB" dirty="0"/>
          </a:p>
          <a:p>
            <a:pPr lvl="7"/>
            <a:r>
              <a:rPr lang="en-GB" dirty="0"/>
              <a:t>Eighth level</a:t>
            </a:r>
          </a:p>
          <a:p>
            <a:pPr lvl="6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144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 Presentation -  Attende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07675" y="307410"/>
            <a:ext cx="11324883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279843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97F78C-5246-8645-A1FD-EF7FFA78B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674" y="4091366"/>
            <a:ext cx="11324884" cy="1126685"/>
          </a:xfrm>
          <a:prstGeom prst="rect">
            <a:avLst/>
          </a:prstGeom>
        </p:spPr>
        <p:txBody>
          <a:bodyPr lIns="90000" rIns="90000" numCol="6" spcCol="216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chemeClr val="accent2"/>
                </a:solidFill>
              </a:defRPr>
            </a:lvl1pPr>
            <a:lvl2pPr marL="0" indent="0">
              <a:buClr>
                <a:schemeClr val="tx1"/>
              </a:buClr>
              <a:buNone/>
              <a:defRPr sz="1400">
                <a:solidFill>
                  <a:srgbClr val="4A4A4A"/>
                </a:solidFill>
              </a:defRPr>
            </a:lvl2pPr>
            <a:lvl3pPr marL="0" indent="0">
              <a:buClr>
                <a:schemeClr val="tx1"/>
              </a:buClr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3pPr>
            <a:lvl4pPr marL="741644" indent="-285750"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</a:defRPr>
            </a:lvl4pPr>
            <a:lvl5pPr marL="7452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Surname</a:t>
            </a:r>
          </a:p>
          <a:p>
            <a:pPr lvl="1"/>
            <a:r>
              <a:rPr lang="en-US" dirty="0"/>
              <a:t>Job title</a:t>
            </a:r>
          </a:p>
          <a:p>
            <a:pPr lvl="2"/>
            <a:r>
              <a:rPr lang="en-US" dirty="0"/>
              <a:t>Business area</a:t>
            </a:r>
          </a:p>
          <a:p>
            <a:pPr lvl="1"/>
            <a:endParaRPr lang="en-US" dirty="0"/>
          </a:p>
          <a:p>
            <a:pPr lvl="0"/>
            <a:r>
              <a:rPr lang="en-US" dirty="0" err="1"/>
              <a:t>Firstname</a:t>
            </a:r>
            <a:r>
              <a:rPr lang="en-US" dirty="0"/>
              <a:t> Surname</a:t>
            </a:r>
          </a:p>
          <a:p>
            <a:pPr lvl="1"/>
            <a:r>
              <a:rPr lang="en-US" dirty="0"/>
              <a:t>Job title</a:t>
            </a:r>
          </a:p>
          <a:p>
            <a:pPr lvl="2"/>
            <a:r>
              <a:rPr lang="en-US" dirty="0"/>
              <a:t>Business area</a:t>
            </a:r>
          </a:p>
          <a:p>
            <a:pPr lvl="1"/>
            <a:endParaRPr lang="en-US" dirty="0"/>
          </a:p>
          <a:p>
            <a:pPr lvl="0"/>
            <a:r>
              <a:rPr lang="en-US" dirty="0" err="1"/>
              <a:t>Firstname</a:t>
            </a:r>
            <a:r>
              <a:rPr lang="en-US" dirty="0"/>
              <a:t> Surname</a:t>
            </a:r>
          </a:p>
          <a:p>
            <a:pPr lvl="1"/>
            <a:r>
              <a:rPr lang="en-US" dirty="0"/>
              <a:t>Job title</a:t>
            </a:r>
          </a:p>
          <a:p>
            <a:pPr lvl="2"/>
            <a:r>
              <a:rPr lang="en-US" dirty="0"/>
              <a:t>Business area</a:t>
            </a:r>
          </a:p>
          <a:p>
            <a:pPr lvl="1"/>
            <a:endParaRPr lang="en-US" dirty="0"/>
          </a:p>
          <a:p>
            <a:pPr lvl="0"/>
            <a:r>
              <a:rPr lang="en-US" dirty="0" err="1"/>
              <a:t>Firstname</a:t>
            </a:r>
            <a:r>
              <a:rPr lang="en-US" dirty="0"/>
              <a:t> Surname</a:t>
            </a:r>
          </a:p>
          <a:p>
            <a:pPr lvl="1"/>
            <a:r>
              <a:rPr lang="en-US" dirty="0"/>
              <a:t>Job title</a:t>
            </a:r>
          </a:p>
          <a:p>
            <a:pPr lvl="2"/>
            <a:r>
              <a:rPr lang="en-US" dirty="0"/>
              <a:t>Business area</a:t>
            </a:r>
          </a:p>
          <a:p>
            <a:pPr lvl="1"/>
            <a:endParaRPr lang="en-US" dirty="0"/>
          </a:p>
          <a:p>
            <a:pPr lvl="0"/>
            <a:r>
              <a:rPr lang="en-US" dirty="0" err="1"/>
              <a:t>Firstname</a:t>
            </a:r>
            <a:r>
              <a:rPr lang="en-US" dirty="0"/>
              <a:t> Surname</a:t>
            </a:r>
          </a:p>
          <a:p>
            <a:pPr lvl="1"/>
            <a:r>
              <a:rPr lang="en-US" dirty="0"/>
              <a:t>Job title</a:t>
            </a:r>
          </a:p>
          <a:p>
            <a:pPr lvl="2"/>
            <a:r>
              <a:rPr lang="en-US" dirty="0"/>
              <a:t>Business area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 err="1"/>
              <a:t>Firstname</a:t>
            </a:r>
            <a:r>
              <a:rPr lang="en-US" dirty="0"/>
              <a:t> Surname</a:t>
            </a:r>
          </a:p>
          <a:p>
            <a:pPr lvl="1"/>
            <a:r>
              <a:rPr lang="en-US" dirty="0"/>
              <a:t>Job title</a:t>
            </a:r>
          </a:p>
          <a:p>
            <a:pPr lvl="2"/>
            <a:r>
              <a:rPr lang="en-US" dirty="0"/>
              <a:t>Business area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240B73-70CB-6A47-8ED7-A767D0E631F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88" y="1790102"/>
            <a:ext cx="1731530" cy="2251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10BBF6E-D52A-F942-B09F-80C718D25B5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272299" y="1790102"/>
            <a:ext cx="1731530" cy="2251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85EA1E24-79D6-244F-8356-6F34304446B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136610" y="1790102"/>
            <a:ext cx="1731530" cy="2251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FD950B0B-47B0-E54A-9F62-7B95CED30DF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00921" y="1790102"/>
            <a:ext cx="1731530" cy="2251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4D1DBAED-E8B4-2D41-9334-184571D599D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865232" y="1790102"/>
            <a:ext cx="1731530" cy="2251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AA5E371-AA7D-B947-AB83-8D737F4173F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729541" y="1790102"/>
            <a:ext cx="1731530" cy="2251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15305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 Presentation - three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07675" y="307410"/>
            <a:ext cx="11499189" cy="323162"/>
          </a:xfrm>
          <a:prstGeom prst="rect">
            <a:avLst/>
          </a:prstGeom>
        </p:spPr>
        <p:txBody>
          <a:bodyPr vert="horz" lIns="121842" tIns="60921" rIns="121842" bIns="60921" rtlCol="0" anchor="ctr">
            <a:noAutofit/>
          </a:bodyPr>
          <a:lstStyle>
            <a:lvl1pPr algn="l">
              <a:defRPr sz="2400" b="0" i="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2715" y="597855"/>
            <a:ext cx="11333960" cy="320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A4A4A"/>
                </a:solidFill>
                <a:latin typeface="+mj-lt"/>
              </a:defRPr>
            </a:lvl1pPr>
            <a:lvl2pPr marL="403036" indent="0">
              <a:buNone/>
              <a:defRPr/>
            </a:lvl2pPr>
            <a:lvl3pPr marL="745786" indent="0">
              <a:buNone/>
              <a:defRPr/>
            </a:lvl3pPr>
            <a:lvl4pPr marL="1067894" indent="0">
              <a:buNone/>
              <a:defRPr/>
            </a:lvl4pPr>
            <a:lvl5pPr marL="1409052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5FB278A2-4589-7B43-B3DA-90000EEFD1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2715" y="4124378"/>
            <a:ext cx="3561684" cy="2050280"/>
          </a:xfrm>
          <a:prstGeom prst="rect">
            <a:avLst/>
          </a:prstGeom>
        </p:spPr>
        <p:txBody>
          <a:bodyPr/>
          <a:lstStyle>
            <a:lvl1pPr marL="288792" indent="-288792">
              <a:buClr>
                <a:schemeClr val="tx1"/>
              </a:buClr>
              <a:buFontTx/>
              <a:buBlip>
                <a:blip r:embed="rId2"/>
              </a:buBlip>
              <a:defRPr sz="2400">
                <a:solidFill>
                  <a:schemeClr val="accent2"/>
                </a:solidFill>
              </a:defRPr>
            </a:lvl1pPr>
            <a:lvl2pPr marL="403036" indent="0">
              <a:buClr>
                <a:schemeClr val="tx1"/>
              </a:buClr>
              <a:buNone/>
              <a:defRPr sz="1600">
                <a:solidFill>
                  <a:srgbClr val="4A4A4A"/>
                </a:solidFill>
              </a:defRPr>
            </a:lvl2pPr>
            <a:lvl3pPr>
              <a:buClr>
                <a:schemeClr val="tx1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14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Feature one here</a:t>
            </a:r>
          </a:p>
          <a:p>
            <a:pPr lvl="1"/>
            <a:r>
              <a:rPr lang="en-GB" dirty="0"/>
              <a:t>Supporting copy to feature one to go here</a:t>
            </a:r>
          </a:p>
          <a:p>
            <a:pPr lvl="1"/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38A523-F8B5-104E-BA35-26B3D2A15A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8302" y="4124378"/>
            <a:ext cx="3561684" cy="2050280"/>
          </a:xfrm>
          <a:prstGeom prst="rect">
            <a:avLst/>
          </a:prstGeom>
        </p:spPr>
        <p:txBody>
          <a:bodyPr/>
          <a:lstStyle>
            <a:lvl1pPr marL="288792" indent="-288792">
              <a:buClr>
                <a:schemeClr val="tx1"/>
              </a:buClr>
              <a:buFontTx/>
              <a:buBlip>
                <a:blip r:embed="rId2"/>
              </a:buBlip>
              <a:defRPr sz="2400">
                <a:solidFill>
                  <a:schemeClr val="accent2"/>
                </a:solidFill>
              </a:defRPr>
            </a:lvl1pPr>
            <a:lvl2pPr marL="403036" indent="0">
              <a:buClr>
                <a:schemeClr val="tx1"/>
              </a:buClr>
              <a:buNone/>
              <a:defRPr sz="1600">
                <a:solidFill>
                  <a:srgbClr val="4A4A4A"/>
                </a:solidFill>
              </a:defRPr>
            </a:lvl2pPr>
            <a:lvl3pPr>
              <a:buClr>
                <a:schemeClr val="tx1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14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Feature two here</a:t>
            </a:r>
          </a:p>
          <a:p>
            <a:pPr lvl="1"/>
            <a:r>
              <a:rPr lang="en-GB" dirty="0"/>
              <a:t>Supporting copy to feature two to go here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FE810EC-B2A0-9541-BD3A-4D1D2D0E29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0870" y="4124378"/>
            <a:ext cx="3561684" cy="2050280"/>
          </a:xfrm>
          <a:prstGeom prst="rect">
            <a:avLst/>
          </a:prstGeom>
        </p:spPr>
        <p:txBody>
          <a:bodyPr/>
          <a:lstStyle>
            <a:lvl1pPr marL="288792" indent="-288792">
              <a:buClr>
                <a:schemeClr val="tx1"/>
              </a:buClr>
              <a:buFontTx/>
              <a:buBlip>
                <a:blip r:embed="rId2"/>
              </a:buBlip>
              <a:defRPr sz="2400">
                <a:solidFill>
                  <a:schemeClr val="accent2"/>
                </a:solidFill>
              </a:defRPr>
            </a:lvl1pPr>
            <a:lvl2pPr marL="403036" indent="0">
              <a:buClr>
                <a:schemeClr val="tx1"/>
              </a:buClr>
              <a:buNone/>
              <a:defRPr sz="1600">
                <a:solidFill>
                  <a:srgbClr val="4A4A4A"/>
                </a:solidFill>
              </a:defRPr>
            </a:lvl2pPr>
            <a:lvl3pPr>
              <a:buClr>
                <a:schemeClr val="tx1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14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Feature three here</a:t>
            </a:r>
          </a:p>
          <a:p>
            <a:pPr lvl="1"/>
            <a:r>
              <a:rPr lang="en-GB" dirty="0"/>
              <a:t>Supporting copy to feature three to go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0EFE9F-E7FC-5449-9672-EB9029B1B2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98012" y="2342272"/>
            <a:ext cx="1464853" cy="146485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451E01E1-180A-9442-B4D8-0FA6E24A482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201418" y="2342272"/>
            <a:ext cx="1464853" cy="146485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9DF867E-4638-FF44-AB59-AF4EF963C00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232644" y="2342272"/>
            <a:ext cx="1464853" cy="146485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146A4A0-08E2-1847-B030-C414C88F6A6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07675" y="1076558"/>
            <a:ext cx="11328435" cy="919390"/>
          </a:xfrm>
          <a:prstGeom prst="rect">
            <a:avLst/>
          </a:prstGeom>
        </p:spPr>
        <p:txBody>
          <a:bodyPr lIns="90000" rIns="90000"/>
          <a:lstStyle>
            <a:lvl1pPr marL="0" indent="0">
              <a:buClr>
                <a:schemeClr val="tx1"/>
              </a:buClr>
              <a:buNone/>
              <a:defRPr sz="1400" b="0">
                <a:solidFill>
                  <a:srgbClr val="4A4A4A"/>
                </a:solidFill>
              </a:defRPr>
            </a:lvl1pPr>
            <a:lvl2pPr marL="285750" indent="-285750">
              <a:buClr>
                <a:schemeClr val="tx1"/>
              </a:buClr>
              <a:buFontTx/>
              <a:buBlip>
                <a:blip r:embed="rId2"/>
              </a:buBlip>
              <a:defRPr sz="1400">
                <a:solidFill>
                  <a:schemeClr val="accent2"/>
                </a:solidFill>
              </a:defRPr>
            </a:lvl2pPr>
            <a:lvl3pPr marL="313786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rgbClr val="4A4A4A"/>
                </a:solidFill>
              </a:defRPr>
            </a:lvl3pPr>
            <a:lvl4pPr marL="633644" indent="-285750">
              <a:buClr>
                <a:srgbClr val="4A4A4A"/>
              </a:buClr>
              <a:buFont typeface="Arial" panose="020B0604020202020204" pitchFamily="34" charset="0"/>
              <a:buChar char="•"/>
              <a:defRPr sz="1400">
                <a:solidFill>
                  <a:srgbClr val="4A4A4A"/>
                </a:solidFill>
              </a:defRPr>
            </a:lvl4pPr>
            <a:lvl5pPr marL="633600" indent="-285750">
              <a:buClr>
                <a:schemeClr val="accent3"/>
              </a:buClr>
              <a:buFont typeface="Wingdings" pitchFamily="2" charset="2"/>
              <a:buChar char="ü"/>
              <a:defRPr sz="1400">
                <a:solidFill>
                  <a:srgbClr val="4A4A4A"/>
                </a:solidFill>
              </a:defRPr>
            </a:lvl5pPr>
            <a:lvl6pPr marL="623888" indent="0">
              <a:buClr>
                <a:schemeClr val="accent2"/>
              </a:buClr>
              <a:buFont typeface="+mj-lt"/>
              <a:buNone/>
              <a:tabLst/>
              <a:defRPr sz="1200">
                <a:solidFill>
                  <a:srgbClr val="4A4A4A"/>
                </a:solidFill>
              </a:defRPr>
            </a:lvl6pPr>
            <a:lvl7pPr marL="762000" indent="-166688">
              <a:buFont typeface="Arial" panose="020B0604020202020204" pitchFamily="34" charset="0"/>
              <a:buChar char="•"/>
              <a:tabLst/>
              <a:defRPr sz="1200">
                <a:solidFill>
                  <a:srgbClr val="4A4A4A"/>
                </a:solidFill>
              </a:defRPr>
            </a:lvl7pPr>
            <a:lvl8pPr marL="273050" indent="-273050"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rgbClr val="4A4A4A"/>
                </a:solidFill>
              </a:defRPr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60961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jp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6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58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72" r:id="rId1"/>
    <p:sldLayoutId id="2147484810" r:id="rId2"/>
    <p:sldLayoutId id="2147484771" r:id="rId3"/>
    <p:sldLayoutId id="2147484781" r:id="rId4"/>
    <p:sldLayoutId id="2147484840" r:id="rId5"/>
    <p:sldLayoutId id="2147484841" r:id="rId6"/>
    <p:sldLayoutId id="2147484842" r:id="rId7"/>
    <p:sldLayoutId id="2147484843" r:id="rId8"/>
    <p:sldLayoutId id="2147484846" r:id="rId9"/>
    <p:sldLayoutId id="2147484858" r:id="rId10"/>
    <p:sldLayoutId id="2147484857" r:id="rId11"/>
    <p:sldLayoutId id="2147484770" r:id="rId12"/>
    <p:sldLayoutId id="2147484848" r:id="rId13"/>
    <p:sldLayoutId id="2147484799" r:id="rId14"/>
    <p:sldLayoutId id="2147484844" r:id="rId15"/>
    <p:sldLayoutId id="2147484777" r:id="rId16"/>
    <p:sldLayoutId id="2147484845" r:id="rId17"/>
    <p:sldLayoutId id="2147484838" r:id="rId18"/>
    <p:sldLayoutId id="2147484852" r:id="rId19"/>
    <p:sldLayoutId id="2147484786" r:id="rId20"/>
    <p:sldLayoutId id="2147484853" r:id="rId21"/>
    <p:sldLayoutId id="2147484787" r:id="rId22"/>
    <p:sldLayoutId id="2147484851" r:id="rId23"/>
    <p:sldLayoutId id="2147484789" r:id="rId24"/>
    <p:sldLayoutId id="2147484849" r:id="rId25"/>
    <p:sldLayoutId id="2147484775" r:id="rId26"/>
    <p:sldLayoutId id="2147484855" r:id="rId27"/>
    <p:sldLayoutId id="2147484774" r:id="rId28"/>
    <p:sldLayoutId id="2147484850" r:id="rId29"/>
    <p:sldLayoutId id="2147484768" r:id="rId30"/>
    <p:sldLayoutId id="2147484847" r:id="rId31"/>
    <p:sldLayoutId id="2147484839" r:id="rId32"/>
    <p:sldLayoutId id="2147484834" r:id="rId33"/>
    <p:sldLayoutId id="2147484856" r:id="rId34"/>
    <p:sldLayoutId id="2147484821" r:id="rId35"/>
    <p:sldLayoutId id="2147484854" r:id="rId36"/>
    <p:sldLayoutId id="2147484816" r:id="rId37"/>
    <p:sldLayoutId id="2147484817" r:id="rId38"/>
    <p:sldLayoutId id="2147484818" r:id="rId39"/>
    <p:sldLayoutId id="2147484814" r:id="rId40"/>
    <p:sldLayoutId id="2147484822" r:id="rId41"/>
    <p:sldLayoutId id="2147484815" r:id="rId42"/>
    <p:sldLayoutId id="2147484813" r:id="rId43"/>
    <p:sldLayoutId id="2147484819" r:id="rId44"/>
  </p:sldLayoutIdLst>
  <p:txStyles>
    <p:titleStyle>
      <a:lvl1pPr algn="ctr" defTabSz="1218428" rtl="0" eaLnBrk="1" latinLnBrk="0" hangingPunct="1">
        <a:spcBef>
          <a:spcPct val="0"/>
        </a:spcBef>
        <a:buNone/>
        <a:defRPr sz="5900" b="1" i="0" kern="1200">
          <a:solidFill>
            <a:schemeClr val="bg2"/>
          </a:solidFill>
          <a:latin typeface="Arial"/>
          <a:ea typeface="+mj-ea"/>
          <a:cs typeface="Arial"/>
        </a:defRPr>
      </a:lvl1pPr>
    </p:titleStyle>
    <p:bodyStyle>
      <a:lvl1pPr marL="288792" indent="-288792" algn="l" defTabSz="1218428" rtl="0" eaLnBrk="1" latinLnBrk="0" hangingPunct="1">
        <a:spcBef>
          <a:spcPts val="600"/>
        </a:spcBef>
        <a:buClr>
          <a:schemeClr val="tx2">
            <a:lumMod val="50000"/>
          </a:schemeClr>
        </a:buClr>
        <a:buFont typeface="Arial" pitchFamily="34" charset="0"/>
        <a:buChar char="•"/>
        <a:defRPr sz="3200" kern="1200">
          <a:solidFill>
            <a:srgbClr val="404040"/>
          </a:solidFill>
          <a:latin typeface="+mn-lt"/>
          <a:ea typeface="+mn-ea"/>
          <a:cs typeface="+mn-cs"/>
        </a:defRPr>
      </a:lvl1pPr>
      <a:lvl2pPr marL="745779" indent="-342743" algn="l" defTabSz="1218428" rtl="0" eaLnBrk="1" latinLnBrk="0" hangingPunct="1">
        <a:spcBef>
          <a:spcPts val="600"/>
        </a:spcBef>
        <a:buClr>
          <a:schemeClr val="tx2">
            <a:lumMod val="50000"/>
          </a:schemeClr>
        </a:buClr>
        <a:buFont typeface="Arial" pitchFamily="34" charset="0"/>
        <a:buChar char="–"/>
        <a:tabLst/>
        <a:defRPr sz="2800" kern="1200">
          <a:solidFill>
            <a:srgbClr val="404040"/>
          </a:solidFill>
          <a:latin typeface="+mn-lt"/>
          <a:ea typeface="+mn-ea"/>
          <a:cs typeface="+mn-cs"/>
        </a:defRPr>
      </a:lvl2pPr>
      <a:lvl3pPr marL="1028231" indent="-282445" algn="l" defTabSz="1218428" rtl="0" eaLnBrk="1" latinLnBrk="0" hangingPunct="1">
        <a:spcBef>
          <a:spcPts val="600"/>
        </a:spcBef>
        <a:buClr>
          <a:schemeClr val="tx2">
            <a:lumMod val="50000"/>
          </a:schemeClr>
        </a:buClr>
        <a:buFont typeface="Arial" pitchFamily="34" charset="0"/>
        <a:buChar char="•"/>
        <a:tabLst/>
        <a:defRPr sz="2000" kern="1200">
          <a:solidFill>
            <a:srgbClr val="404040"/>
          </a:solidFill>
          <a:latin typeface="+mn-lt"/>
          <a:ea typeface="+mn-ea"/>
          <a:cs typeface="+mn-cs"/>
        </a:defRPr>
      </a:lvl3pPr>
      <a:lvl4pPr marL="1370970" indent="-303076" algn="l" defTabSz="1218428" rtl="0" eaLnBrk="1" latinLnBrk="0" hangingPunct="1">
        <a:spcBef>
          <a:spcPts val="600"/>
        </a:spcBef>
        <a:buClr>
          <a:schemeClr val="tx2">
            <a:lumMod val="50000"/>
          </a:schemeClr>
        </a:buClr>
        <a:buFont typeface="Arial" pitchFamily="34" charset="0"/>
        <a:buChar char="–"/>
        <a:defRPr sz="1900" kern="1200">
          <a:solidFill>
            <a:srgbClr val="404040"/>
          </a:solidFill>
          <a:latin typeface="+mn-lt"/>
          <a:ea typeface="+mn-ea"/>
          <a:cs typeface="+mn-cs"/>
        </a:defRPr>
      </a:lvl4pPr>
      <a:lvl5pPr marL="1712128" indent="-303076" algn="l" defTabSz="1218428" rtl="0" eaLnBrk="1" latinLnBrk="0" hangingPunct="1">
        <a:spcBef>
          <a:spcPts val="600"/>
        </a:spcBef>
        <a:buClr>
          <a:schemeClr val="tx2">
            <a:lumMod val="50000"/>
          </a:schemeClr>
        </a:buClr>
        <a:buFont typeface="Arial" pitchFamily="34" charset="0"/>
        <a:buChar char="»"/>
        <a:defRPr sz="1900" kern="1200">
          <a:solidFill>
            <a:srgbClr val="404040"/>
          </a:solidFill>
          <a:latin typeface="+mn-lt"/>
          <a:ea typeface="+mn-ea"/>
          <a:cs typeface="+mn-cs"/>
        </a:defRPr>
      </a:lvl5pPr>
      <a:lvl6pPr marL="3350675" indent="-304610" algn="l" defTabSz="1218428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59890" indent="-304610" algn="l" defTabSz="1218428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69105" indent="-304610" algn="l" defTabSz="1218428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8319" indent="-304610" algn="l" defTabSz="1218428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42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15" algn="l" defTabSz="121842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28" algn="l" defTabSz="121842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643" algn="l" defTabSz="121842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858" algn="l" defTabSz="121842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068" algn="l" defTabSz="121842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286" algn="l" defTabSz="121842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498" algn="l" defTabSz="121842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710" algn="l" defTabSz="121842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58DF4-64ED-894D-91CC-00CAA9C2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BEV and PHEV forecasts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3B1A9-ADA8-DD44-ACB2-95B8126AAC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A6C8C-F9F7-C842-866C-B977516642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97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7C5B-40B3-3C46-B7C0-04D709EB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BEV and PHEV forecasts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A5E58-5D36-C743-9A20-191B041F48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71862-BF0A-6B41-9F8F-F21139B042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9082" y="5778938"/>
            <a:ext cx="7970229" cy="393262"/>
          </a:xfrm>
        </p:spPr>
        <p:txBody>
          <a:bodyPr/>
          <a:lstStyle/>
          <a:p>
            <a:r>
              <a:rPr lang="en-US" dirty="0"/>
              <a:t>Only using cars data. Currently sourcing a reliable view of all vehicles with a BEV/PHEV split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D75270-476E-4DD7-863B-3B0B6326FC05}"/>
              </a:ext>
            </a:extLst>
          </p:cNvPr>
          <p:cNvSpPr/>
          <p:nvPr/>
        </p:nvSpPr>
        <p:spPr>
          <a:xfrm>
            <a:off x="534863" y="2200183"/>
            <a:ext cx="3020157" cy="87043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r>
              <a:rPr lang="en-GB" dirty="0"/>
              <a:t>Car Park</a:t>
            </a:r>
          </a:p>
          <a:p>
            <a:endParaRPr lang="en-GB" sz="1100" dirty="0"/>
          </a:p>
          <a:p>
            <a:r>
              <a:rPr lang="en-GB" sz="1100" dirty="0"/>
              <a:t>Sourced from Office of National Statistics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562F31-C39F-4BC0-978E-1ACA6A43D4F8}"/>
              </a:ext>
            </a:extLst>
          </p:cNvPr>
          <p:cNvSpPr/>
          <p:nvPr/>
        </p:nvSpPr>
        <p:spPr>
          <a:xfrm>
            <a:off x="7051068" y="966589"/>
            <a:ext cx="2163139" cy="87043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EV Car Park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856409-9276-48EE-B409-5C408BAE53A0}"/>
              </a:ext>
            </a:extLst>
          </p:cNvPr>
          <p:cNvSpPr/>
          <p:nvPr/>
        </p:nvSpPr>
        <p:spPr>
          <a:xfrm>
            <a:off x="534864" y="3497297"/>
            <a:ext cx="3020157" cy="87043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6092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Wholesale Market</a:t>
            </a:r>
          </a:p>
          <a:p>
            <a:pPr marL="0" marR="0" lvl="0" indent="0" algn="l" defTabSz="6092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092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Sourced from Office of National Statistics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99F8D3-F906-4AAA-9462-02481797CD75}"/>
              </a:ext>
            </a:extLst>
          </p:cNvPr>
          <p:cNvSpPr/>
          <p:nvPr/>
        </p:nvSpPr>
        <p:spPr>
          <a:xfrm>
            <a:off x="589082" y="4713359"/>
            <a:ext cx="3020157" cy="87043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6092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Manheim Market Share</a:t>
            </a:r>
          </a:p>
          <a:p>
            <a:pPr marL="0" marR="0" lvl="0" indent="0" algn="l" defTabSz="6092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092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50" dirty="0">
                <a:solidFill>
                  <a:srgbClr val="494949"/>
                </a:solidFill>
                <a:latin typeface="Calibri" panose="020F0502020204030204"/>
              </a:rPr>
              <a:t>unique cars listed for sale in 2021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EF03B9-9306-4A3B-8092-9875DA4214DE}"/>
              </a:ext>
            </a:extLst>
          </p:cNvPr>
          <p:cNvSpPr/>
          <p:nvPr/>
        </p:nvSpPr>
        <p:spPr>
          <a:xfrm>
            <a:off x="3877946" y="2211548"/>
            <a:ext cx="2188746" cy="870438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32,889,460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E084CF-8E5C-44F7-A090-5E1411924E7A}"/>
              </a:ext>
            </a:extLst>
          </p:cNvPr>
          <p:cNvSpPr/>
          <p:nvPr/>
        </p:nvSpPr>
        <p:spPr>
          <a:xfrm>
            <a:off x="7042005" y="2234125"/>
            <a:ext cx="2188746" cy="870438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700,662</a:t>
            </a:r>
          </a:p>
          <a:p>
            <a:pPr algn="ctr"/>
            <a:r>
              <a:rPr lang="en-GB" sz="1200" dirty="0"/>
              <a:t>321,441 PHEV</a:t>
            </a:r>
          </a:p>
          <a:p>
            <a:pPr algn="ctr"/>
            <a:r>
              <a:rPr lang="en-GB" sz="1200" dirty="0"/>
              <a:t>379,221 BEV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32DE67-0124-4BD2-8E51-B1B242880460}"/>
              </a:ext>
            </a:extLst>
          </p:cNvPr>
          <p:cNvSpPr/>
          <p:nvPr/>
        </p:nvSpPr>
        <p:spPr>
          <a:xfrm>
            <a:off x="3905248" y="3497297"/>
            <a:ext cx="2150176" cy="870438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1,254,584 </a:t>
            </a:r>
          </a:p>
          <a:p>
            <a:pPr algn="ctr"/>
            <a:r>
              <a:rPr lang="en-GB" sz="1200" dirty="0"/>
              <a:t>~ 3.8% of total Car Park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A30441-27F1-4F4D-94D6-DEA115836721}"/>
              </a:ext>
            </a:extLst>
          </p:cNvPr>
          <p:cNvSpPr/>
          <p:nvPr/>
        </p:nvSpPr>
        <p:spPr>
          <a:xfrm>
            <a:off x="3905248" y="4743449"/>
            <a:ext cx="2150176" cy="870438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215,561</a:t>
            </a:r>
          </a:p>
          <a:p>
            <a:pPr algn="ctr"/>
            <a:r>
              <a:rPr lang="en-GB" sz="1050" dirty="0"/>
              <a:t>~ 17.2% of Wholesale Market</a:t>
            </a:r>
            <a:endParaRPr lang="en-GB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7C078D-FB9B-4C54-95EE-708115C39A5A}"/>
              </a:ext>
            </a:extLst>
          </p:cNvPr>
          <p:cNvSpPr/>
          <p:nvPr/>
        </p:nvSpPr>
        <p:spPr>
          <a:xfrm>
            <a:off x="3847173" y="966589"/>
            <a:ext cx="2188746" cy="87043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Car Park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7BFD88-C66E-4757-A77D-C14D03CA18F7}"/>
              </a:ext>
            </a:extLst>
          </p:cNvPr>
          <p:cNvSpPr/>
          <p:nvPr/>
        </p:nvSpPr>
        <p:spPr>
          <a:xfrm>
            <a:off x="7094415" y="3497297"/>
            <a:ext cx="2150176" cy="87043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26,625</a:t>
            </a:r>
          </a:p>
          <a:p>
            <a:pPr algn="ctr"/>
            <a:r>
              <a:rPr lang="en-GB" sz="1100" dirty="0"/>
              <a:t>Using ~ 3.8% assumption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4DC2CA-0542-4CE6-B592-427E1CD4AE59}"/>
              </a:ext>
            </a:extLst>
          </p:cNvPr>
          <p:cNvSpPr/>
          <p:nvPr/>
        </p:nvSpPr>
        <p:spPr>
          <a:xfrm>
            <a:off x="7116935" y="4742725"/>
            <a:ext cx="2150176" cy="87043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/>
              <a:t>4,579 </a:t>
            </a:r>
            <a:endParaRPr lang="en-GB" sz="1600" dirty="0"/>
          </a:p>
          <a:p>
            <a:pPr algn="ctr"/>
            <a:r>
              <a:rPr lang="en-GB" sz="1200" dirty="0"/>
              <a:t>Using ~17.2% assumption</a:t>
            </a:r>
            <a:endParaRPr lang="en-GB" sz="1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EC8436-A680-4BD9-8722-FDB54EDE9BB0}"/>
              </a:ext>
            </a:extLst>
          </p:cNvPr>
          <p:cNvSpPr/>
          <p:nvPr/>
        </p:nvSpPr>
        <p:spPr>
          <a:xfrm>
            <a:off x="539278" y="966589"/>
            <a:ext cx="1600313" cy="46057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Assumption</a:t>
            </a:r>
            <a:endParaRPr lang="en-GB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F2C465-91D2-4FB2-AD64-3E6069BA2299}"/>
              </a:ext>
            </a:extLst>
          </p:cNvPr>
          <p:cNvSpPr/>
          <p:nvPr/>
        </p:nvSpPr>
        <p:spPr>
          <a:xfrm>
            <a:off x="510571" y="1543217"/>
            <a:ext cx="1629020" cy="460579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Sourced</a:t>
            </a:r>
          </a:p>
        </p:txBody>
      </p:sp>
    </p:spTree>
    <p:extLst>
      <p:ext uri="{BB962C8B-B14F-4D97-AF65-F5344CB8AC3E}">
        <p14:creationId xmlns:p14="http://schemas.microsoft.com/office/powerpoint/2010/main" val="305249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7C5B-40B3-3C46-B7C0-04D709EB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BEV and PHEV forecasts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A5E58-5D36-C743-9A20-191B041F48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EV Car Parc Quarterly Forecast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73446B1-CBEC-8BBC-6778-935714C5E5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675" y="4806019"/>
            <a:ext cx="11325225" cy="4829175"/>
          </a:xfrm>
        </p:spPr>
        <p:txBody>
          <a:bodyPr/>
          <a:lstStyle/>
          <a:p>
            <a:r>
              <a:rPr lang="en-GB" sz="1050" dirty="0"/>
              <a:t> Note: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GB" sz="1000" dirty="0"/>
              <a:t>The forecast is based on the quarterly car parc data sourced from ONS.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GB" sz="1000" dirty="0"/>
              <a:t>The upper and lower bounds indicate the range for the estimated forecast, and the mid point indicates the average of the two bounds.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3E5D168F-C576-6DF2-B47E-3B69103E48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9507615"/>
              </p:ext>
            </p:extLst>
          </p:nvPr>
        </p:nvGraphicFramePr>
        <p:xfrm>
          <a:off x="162470" y="1361114"/>
          <a:ext cx="5197806" cy="2940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ACFE2DC-181C-6990-076D-5E61EBFB53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9082627"/>
              </p:ext>
            </p:extLst>
          </p:nvPr>
        </p:nvGraphicFramePr>
        <p:xfrm>
          <a:off x="5604640" y="1491076"/>
          <a:ext cx="5328745" cy="27577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46304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7C5B-40B3-3C46-B7C0-04D709EB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BEV and PHEV forecasts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A5E58-5D36-C743-9A20-191B041F48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BEV and PHEV (Manheim market share) yearly forecast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DA53D438-2292-1B7E-98D0-07631FF507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2239401"/>
              </p:ext>
            </p:extLst>
          </p:nvPr>
        </p:nvGraphicFramePr>
        <p:xfrm>
          <a:off x="232691" y="1208543"/>
          <a:ext cx="5706968" cy="4191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AF2E0B8C-BB89-6BD8-3BDE-565A4BA282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7532277"/>
              </p:ext>
            </p:extLst>
          </p:nvPr>
        </p:nvGraphicFramePr>
        <p:xfrm>
          <a:off x="5873578" y="1272777"/>
          <a:ext cx="5513067" cy="4126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85169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7C5B-40B3-3C46-B7C0-04D709EB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BEV and PHEV forecasts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A5E58-5D36-C743-9A20-191B041F48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PHEV and BEV Trickle Down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5558EE-0E73-4D62-BFA8-B16F392C0F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715" y="1014273"/>
            <a:ext cx="1279370" cy="533173"/>
          </a:xfrm>
        </p:spPr>
        <p:txBody>
          <a:bodyPr/>
          <a:lstStyle/>
          <a:p>
            <a:r>
              <a:rPr lang="en-GB" b="1" dirty="0"/>
              <a:t>PHEV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4054B89-AB5F-4069-B042-F2C2BDF6FFB2}"/>
              </a:ext>
            </a:extLst>
          </p:cNvPr>
          <p:cNvSpPr txBox="1">
            <a:spLocks/>
          </p:cNvSpPr>
          <p:nvPr/>
        </p:nvSpPr>
        <p:spPr>
          <a:xfrm>
            <a:off x="583134" y="3958230"/>
            <a:ext cx="669770" cy="420339"/>
          </a:xfrm>
          <a:prstGeom prst="rect">
            <a:avLst/>
          </a:prstGeom>
        </p:spPr>
        <p:txBody>
          <a:bodyPr lIns="90000" rIns="90000"/>
          <a:lstStyle>
            <a:lvl1pPr marL="0" indent="0" algn="l" defTabSz="1218428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None/>
              <a:defRPr sz="1400" b="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1218428" rtl="0" eaLnBrk="1" latinLnBrk="0" hangingPunct="1">
              <a:spcBef>
                <a:spcPts val="600"/>
              </a:spcBef>
              <a:buClr>
                <a:schemeClr val="tx1"/>
              </a:buClr>
              <a:buFontTx/>
              <a:buBlip>
                <a:blip r:embed="rId2"/>
              </a:buBlip>
              <a:tabLst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313786" indent="0" algn="l" defTabSz="1218428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tabLst/>
              <a:defRPr sz="14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3pPr>
            <a:lvl4pPr marL="633644" indent="-285750" algn="l" defTabSz="1218428" rtl="0" eaLnBrk="1" latinLnBrk="0" hangingPunct="1">
              <a:spcBef>
                <a:spcPts val="600"/>
              </a:spcBef>
              <a:buClr>
                <a:srgbClr val="4A4A4A"/>
              </a:buClr>
              <a:buFont typeface="Arial" panose="020B0604020202020204" pitchFamily="34" charset="0"/>
              <a:buChar char="•"/>
              <a:defRPr sz="14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4pPr>
            <a:lvl5pPr marL="633600" indent="-285750" algn="l" defTabSz="1218428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ü"/>
              <a:defRPr sz="14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5pPr>
            <a:lvl6pPr marL="623888" indent="0" algn="l" defTabSz="1218428" rtl="0" eaLnBrk="1" latinLnBrk="0" hangingPunct="1">
              <a:spcBef>
                <a:spcPct val="20000"/>
              </a:spcBef>
              <a:buClr>
                <a:schemeClr val="accent2"/>
              </a:buClr>
              <a:buFont typeface="+mj-lt"/>
              <a:buNone/>
              <a:tabLst/>
              <a:defRPr sz="12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6pPr>
            <a:lvl7pPr marL="762000" indent="-166688" algn="l" defTabSz="121842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7pPr>
            <a:lvl8pPr marL="273050" indent="-273050" algn="l" defTabSz="1218428" rtl="0" eaLnBrk="1" latinLnBrk="0" hangingPunct="1">
              <a:spcBef>
                <a:spcPct val="20000"/>
              </a:spcBef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8pPr>
            <a:lvl9pPr marL="5178319" indent="-304610" algn="l" defTabSz="12184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BEV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427AD56-7448-681C-ECD3-41C4D377C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148878"/>
              </p:ext>
            </p:extLst>
          </p:nvPr>
        </p:nvGraphicFramePr>
        <p:xfrm>
          <a:off x="1131175" y="3945383"/>
          <a:ext cx="6775231" cy="2304442"/>
        </p:xfrm>
        <a:graphic>
          <a:graphicData uri="http://schemas.openxmlformats.org/drawingml/2006/table">
            <a:tbl>
              <a:tblPr/>
              <a:tblGrid>
                <a:gridCol w="665204">
                  <a:extLst>
                    <a:ext uri="{9D8B030D-6E8A-4147-A177-3AD203B41FA5}">
                      <a16:colId xmlns:a16="http://schemas.microsoft.com/office/drawing/2014/main" val="3714592303"/>
                    </a:ext>
                  </a:extLst>
                </a:gridCol>
                <a:gridCol w="1194904">
                  <a:extLst>
                    <a:ext uri="{9D8B030D-6E8A-4147-A177-3AD203B41FA5}">
                      <a16:colId xmlns:a16="http://schemas.microsoft.com/office/drawing/2014/main" val="2622822443"/>
                    </a:ext>
                  </a:extLst>
                </a:gridCol>
                <a:gridCol w="1215435">
                  <a:extLst>
                    <a:ext uri="{9D8B030D-6E8A-4147-A177-3AD203B41FA5}">
                      <a16:colId xmlns:a16="http://schemas.microsoft.com/office/drawing/2014/main" val="766137752"/>
                    </a:ext>
                  </a:extLst>
                </a:gridCol>
                <a:gridCol w="940321">
                  <a:extLst>
                    <a:ext uri="{9D8B030D-6E8A-4147-A177-3AD203B41FA5}">
                      <a16:colId xmlns:a16="http://schemas.microsoft.com/office/drawing/2014/main" val="462016718"/>
                    </a:ext>
                  </a:extLst>
                </a:gridCol>
                <a:gridCol w="886941">
                  <a:extLst>
                    <a:ext uri="{9D8B030D-6E8A-4147-A177-3AD203B41FA5}">
                      <a16:colId xmlns:a16="http://schemas.microsoft.com/office/drawing/2014/main" val="4274276477"/>
                    </a:ext>
                  </a:extLst>
                </a:gridCol>
                <a:gridCol w="800709">
                  <a:extLst>
                    <a:ext uri="{9D8B030D-6E8A-4147-A177-3AD203B41FA5}">
                      <a16:colId xmlns:a16="http://schemas.microsoft.com/office/drawing/2014/main" val="2858524908"/>
                    </a:ext>
                  </a:extLst>
                </a:gridCol>
                <a:gridCol w="1071717">
                  <a:extLst>
                    <a:ext uri="{9D8B030D-6E8A-4147-A177-3AD203B41FA5}">
                      <a16:colId xmlns:a16="http://schemas.microsoft.com/office/drawing/2014/main" val="535890522"/>
                    </a:ext>
                  </a:extLst>
                </a:gridCol>
              </a:tblGrid>
              <a:tr h="170112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UK EV Car Parc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Manheim Market Share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80085"/>
                  </a:ext>
                </a:extLst>
              </a:tr>
              <a:tr h="17011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BEV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BEV_low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BEV_high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BEV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BEV_low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BEV_high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3906047"/>
                  </a:ext>
                </a:extLst>
              </a:tr>
              <a:tr h="17832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662,646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627,005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698,287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4,331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4,098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4,564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4995501"/>
                  </a:ext>
                </a:extLst>
              </a:tr>
              <a:tr h="17832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1,004,266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879,626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1,128,907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6,564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5,749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7,379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345140"/>
                  </a:ext>
                </a:extLst>
              </a:tr>
              <a:tr h="17832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1,380,756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1,112,404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1,649,108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9,025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7,271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10,779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893819"/>
                  </a:ext>
                </a:extLst>
              </a:tr>
              <a:tr h="17832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1,778,146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1,316,011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2,240,280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11,622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8,601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14,642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1042003"/>
                  </a:ext>
                </a:extLst>
              </a:tr>
              <a:tr h="17832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2,188,063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1,487,133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2,888,994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14,301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9,720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18,882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2062272"/>
                  </a:ext>
                </a:extLst>
              </a:tr>
              <a:tr h="17832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2027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2,605,490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1,625,373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3,585,607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17,029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10,623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23,436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034590"/>
                  </a:ext>
                </a:extLst>
              </a:tr>
              <a:tr h="17832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2028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3,027,418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1,731,684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4,323,152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19,787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11,318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28,256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931659"/>
                  </a:ext>
                </a:extLst>
              </a:tr>
              <a:tr h="17832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2029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3,452,044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1,807,568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5,096,520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22,563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11,814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33,311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856497"/>
                  </a:ext>
                </a:extLst>
              </a:tr>
              <a:tr h="17832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2030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3,878,287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1,854,679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5,901,896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25,348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12,122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38,575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217758"/>
                  </a:ext>
                </a:extLst>
              </a:tr>
              <a:tr h="17832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2031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4,305,500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1,874,631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6,736,368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28,141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12,253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44,029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1732178"/>
                  </a:ext>
                </a:extLst>
              </a:tr>
              <a:tr h="17832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2032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4,733,293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1,868,920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7,597,667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30,937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12,215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49,658 </a:t>
                      </a:r>
                    </a:p>
                  </a:txBody>
                  <a:tcPr marL="3810" marR="3810" marT="38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65707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835379C-B166-F8BC-93C7-506A802CA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172998"/>
              </p:ext>
            </p:extLst>
          </p:nvPr>
        </p:nvGraphicFramePr>
        <p:xfrm>
          <a:off x="1092400" y="1014273"/>
          <a:ext cx="6775231" cy="2669958"/>
        </p:xfrm>
        <a:graphic>
          <a:graphicData uri="http://schemas.openxmlformats.org/drawingml/2006/table">
            <a:tbl>
              <a:tblPr/>
              <a:tblGrid>
                <a:gridCol w="685182">
                  <a:extLst>
                    <a:ext uri="{9D8B030D-6E8A-4147-A177-3AD203B41FA5}">
                      <a16:colId xmlns:a16="http://schemas.microsoft.com/office/drawing/2014/main" val="1340285089"/>
                    </a:ext>
                  </a:extLst>
                </a:gridCol>
                <a:gridCol w="1199200">
                  <a:extLst>
                    <a:ext uri="{9D8B030D-6E8A-4147-A177-3AD203B41FA5}">
                      <a16:colId xmlns:a16="http://schemas.microsoft.com/office/drawing/2014/main" val="2615321564"/>
                    </a:ext>
                  </a:extLst>
                </a:gridCol>
                <a:gridCol w="1195279">
                  <a:extLst>
                    <a:ext uri="{9D8B030D-6E8A-4147-A177-3AD203B41FA5}">
                      <a16:colId xmlns:a16="http://schemas.microsoft.com/office/drawing/2014/main" val="2034476553"/>
                    </a:ext>
                  </a:extLst>
                </a:gridCol>
                <a:gridCol w="960143">
                  <a:extLst>
                    <a:ext uri="{9D8B030D-6E8A-4147-A177-3AD203B41FA5}">
                      <a16:colId xmlns:a16="http://schemas.microsoft.com/office/drawing/2014/main" val="486776079"/>
                    </a:ext>
                  </a:extLst>
                </a:gridCol>
                <a:gridCol w="838655">
                  <a:extLst>
                    <a:ext uri="{9D8B030D-6E8A-4147-A177-3AD203B41FA5}">
                      <a16:colId xmlns:a16="http://schemas.microsoft.com/office/drawing/2014/main" val="408723184"/>
                    </a:ext>
                  </a:extLst>
                </a:gridCol>
                <a:gridCol w="967213">
                  <a:extLst>
                    <a:ext uri="{9D8B030D-6E8A-4147-A177-3AD203B41FA5}">
                      <a16:colId xmlns:a16="http://schemas.microsoft.com/office/drawing/2014/main" val="687915581"/>
                    </a:ext>
                  </a:extLst>
                </a:gridCol>
                <a:gridCol w="929559">
                  <a:extLst>
                    <a:ext uri="{9D8B030D-6E8A-4147-A177-3AD203B41FA5}">
                      <a16:colId xmlns:a16="http://schemas.microsoft.com/office/drawing/2014/main" val="1598311572"/>
                    </a:ext>
                  </a:extLst>
                </a:gridCol>
              </a:tblGrid>
              <a:tr h="180117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38" marR="3738" marT="373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PHEV forecast</a:t>
                      </a:r>
                    </a:p>
                  </a:txBody>
                  <a:tcPr marL="3738" marR="3738" marT="373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032737"/>
                  </a:ext>
                </a:extLst>
              </a:tr>
              <a:tr h="180117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UK EV Car Parc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Manheim Market Share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008346"/>
                  </a:ext>
                </a:extLst>
              </a:tr>
              <a:tr h="19247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PHEV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PHEV_low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PHEV_high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PHEV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PHEV_low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PHEV_high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0463275"/>
                  </a:ext>
                </a:extLst>
              </a:tr>
              <a:tr h="19247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429,861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401,114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458,608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2,810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2,622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2,997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103049"/>
                  </a:ext>
                </a:extLst>
              </a:tr>
              <a:tr h="19247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538,281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447,376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629,186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3,518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2,924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4,112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2324709"/>
                  </a:ext>
                </a:extLst>
              </a:tr>
              <a:tr h="19247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646,701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473,879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819,523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4,227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3,097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5,356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328425"/>
                  </a:ext>
                </a:extLst>
              </a:tr>
              <a:tr h="19247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755,121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484,579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1,025,663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4,935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3,167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6,704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101594"/>
                  </a:ext>
                </a:extLst>
              </a:tr>
              <a:tr h="19247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863,541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481,709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1,245,373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5,644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3,148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8,140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684622"/>
                  </a:ext>
                </a:extLst>
              </a:tr>
              <a:tr h="19247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2027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971,961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466,757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1,477,165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6,353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3,051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9,655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5266966"/>
                  </a:ext>
                </a:extLst>
              </a:tr>
              <a:tr h="19247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2028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1,080,381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440,808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1,719,954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7,061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2,881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11,242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3305446"/>
                  </a:ext>
                </a:extLst>
              </a:tr>
              <a:tr h="19247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2029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1,188,801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404,696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1,972,906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7,770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2,645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12,895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878137"/>
                  </a:ext>
                </a:extLst>
              </a:tr>
              <a:tr h="19247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2030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1,297,221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359,092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2,235,350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8,479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2,347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14,610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7874274"/>
                  </a:ext>
                </a:extLst>
              </a:tr>
              <a:tr h="19247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2031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1,405,641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304,549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2,506,733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9,187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1,991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16,384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06194"/>
                  </a:ext>
                </a:extLst>
              </a:tr>
              <a:tr h="19247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2032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1,514,061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241,531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2,786,591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9,896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1,579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18,213 </a:t>
                      </a:r>
                    </a:p>
                  </a:txBody>
                  <a:tcPr marL="3738" marR="3738" marT="37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398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317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7C5B-40B3-3C46-B7C0-04D709EB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 forecasts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A5E58-5D36-C743-9A20-191B041F48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Comparing the EV forecasts based on historic data with the forecasts based on business insights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E1D92E-C41A-448D-2196-57DBE84A6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0235" y="5290670"/>
            <a:ext cx="9243078" cy="735699"/>
          </a:xfrm>
        </p:spPr>
        <p:txBody>
          <a:bodyPr/>
          <a:lstStyle/>
          <a:p>
            <a:r>
              <a:rPr lang="en-GB" sz="1050" dirty="0"/>
              <a:t> Note:</a:t>
            </a:r>
          </a:p>
          <a:p>
            <a:pPr marL="228600" indent="-228600">
              <a:buAutoNum type="arabicPeriod"/>
            </a:pPr>
            <a:r>
              <a:rPr lang="en-GB" sz="1000" dirty="0"/>
              <a:t>Historic trend forecast refers to the EV forecast that is based on historic data which is sourced from ONS</a:t>
            </a:r>
          </a:p>
          <a:p>
            <a:pPr marL="228600" indent="-228600">
              <a:buAutoNum type="arabicPeriod"/>
            </a:pPr>
            <a:r>
              <a:rPr lang="en-GB" sz="1000" dirty="0"/>
              <a:t>The Strategic forecast (shared by Umar) takes business insights into account to create the forecast.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A39216C-F7CC-0318-AD63-569E147E0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657728"/>
              </p:ext>
            </p:extLst>
          </p:nvPr>
        </p:nvGraphicFramePr>
        <p:xfrm>
          <a:off x="491359" y="982741"/>
          <a:ext cx="4392010" cy="4176053"/>
        </p:xfrm>
        <a:graphic>
          <a:graphicData uri="http://schemas.openxmlformats.org/drawingml/2006/table">
            <a:tbl>
              <a:tblPr/>
              <a:tblGrid>
                <a:gridCol w="742293">
                  <a:extLst>
                    <a:ext uri="{9D8B030D-6E8A-4147-A177-3AD203B41FA5}">
                      <a16:colId xmlns:a16="http://schemas.microsoft.com/office/drawing/2014/main" val="319131378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349306550"/>
                    </a:ext>
                  </a:extLst>
                </a:gridCol>
                <a:gridCol w="1003880">
                  <a:extLst>
                    <a:ext uri="{9D8B030D-6E8A-4147-A177-3AD203B41FA5}">
                      <a16:colId xmlns:a16="http://schemas.microsoft.com/office/drawing/2014/main" val="3804826707"/>
                    </a:ext>
                  </a:extLst>
                </a:gridCol>
                <a:gridCol w="761858">
                  <a:extLst>
                    <a:ext uri="{9D8B030D-6E8A-4147-A177-3AD203B41FA5}">
                      <a16:colId xmlns:a16="http://schemas.microsoft.com/office/drawing/2014/main" val="429053225"/>
                    </a:ext>
                  </a:extLst>
                </a:gridCol>
                <a:gridCol w="1083879">
                  <a:extLst>
                    <a:ext uri="{9D8B030D-6E8A-4147-A177-3AD203B41FA5}">
                      <a16:colId xmlns:a16="http://schemas.microsoft.com/office/drawing/2014/main" val="2683459701"/>
                    </a:ext>
                  </a:extLst>
                </a:gridCol>
              </a:tblGrid>
              <a:tr h="191566"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GB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 forecast (BEV + PHEV)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Strategic forecast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95428"/>
                  </a:ext>
                </a:extLst>
              </a:tr>
              <a:tr h="145745"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UK EV Car Parc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UK EV Car Parc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58822"/>
                  </a:ext>
                </a:extLst>
              </a:tr>
              <a:tr h="27023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EV_low</a:t>
                      </a:r>
                      <a:endParaRPr lang="en-GB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EV_high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6689351"/>
                  </a:ext>
                </a:extLst>
              </a:tr>
              <a:tr h="27023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1,092,507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1,028,119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1,156,895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1,156,844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942512"/>
                  </a:ext>
                </a:extLst>
              </a:tr>
              <a:tr h="27023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1,542,547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1,327,002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1,758,093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1,741,038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395854"/>
                  </a:ext>
                </a:extLst>
              </a:tr>
              <a:tr h="27023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2,027,457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1,586,283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2,468,631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2,369,398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378372"/>
                  </a:ext>
                </a:extLst>
              </a:tr>
              <a:tr h="27023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2,533,267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1,800,590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3,265,943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3,130,907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149737"/>
                  </a:ext>
                </a:extLst>
              </a:tr>
              <a:tr h="27023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3,051,604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1,968,842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4,134,367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3,997,348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495476"/>
                  </a:ext>
                </a:extLst>
              </a:tr>
              <a:tr h="27023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2027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3,577,451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2,092,131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5,062,772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5,021,482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493839"/>
                  </a:ext>
                </a:extLst>
              </a:tr>
              <a:tr h="27023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2028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4,107,799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2,172,492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6,043,106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6,200,101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867865"/>
                  </a:ext>
                </a:extLst>
              </a:tr>
              <a:tr h="27023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2029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4,640,845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2,212,265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7,069,426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7,603,009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928616"/>
                  </a:ext>
                </a:extLst>
              </a:tr>
              <a:tr h="27023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2030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5,175,508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2,213,771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8,137,245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9,202,227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2214534"/>
                  </a:ext>
                </a:extLst>
              </a:tr>
              <a:tr h="27023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2031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5,711,141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2,179,179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9,243,102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10,867,832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39821"/>
                  </a:ext>
                </a:extLst>
              </a:tr>
              <a:tr h="27023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2032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6,247,354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2,110,450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10,384,258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12,475,911 </a:t>
                      </a:r>
                    </a:p>
                  </a:txBody>
                  <a:tcPr marL="2816" marR="2816" marT="28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213016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99A7DD8-1DC2-CCFF-8A58-D16C6E4911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4253725"/>
              </p:ext>
            </p:extLst>
          </p:nvPr>
        </p:nvGraphicFramePr>
        <p:xfrm>
          <a:off x="5470428" y="1214365"/>
          <a:ext cx="6262130" cy="332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76802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7C5B-40B3-3C46-B7C0-04D709EB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BEV and PHEV forecasts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A5E58-5D36-C743-9A20-191B041F48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Manheim PHEV and BEV volume distribution for year 2021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E3E1FED-4F9B-B195-C7B7-6CC1E67C28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7904255"/>
              </p:ext>
            </p:extLst>
          </p:nvPr>
        </p:nvGraphicFramePr>
        <p:xfrm>
          <a:off x="1444833" y="1325650"/>
          <a:ext cx="7135550" cy="43538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51549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7C5B-40B3-3C46-B7C0-04D709EB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BEV and PHEV forecasts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A5E58-5D36-C743-9A20-191B041F48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Branch Forecasts – Using current volume distribution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FC1877-6703-4E30-A8B9-8A8398E2DA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7948" y="1044466"/>
            <a:ext cx="11639651" cy="40399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91F73-7AFA-3800-19E2-AA947F359DA8}"/>
              </a:ext>
            </a:extLst>
          </p:cNvPr>
          <p:cNvSpPr txBox="1"/>
          <p:nvPr/>
        </p:nvSpPr>
        <p:spPr>
          <a:xfrm>
            <a:off x="248307" y="5340569"/>
            <a:ext cx="63289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Note:</a:t>
            </a:r>
          </a:p>
          <a:p>
            <a:r>
              <a:rPr lang="en-GB" sz="1100" dirty="0"/>
              <a:t>The branch forecasts is done using the EV forecasts(mid values for BEV + PHEV) for Manheim Market Share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443948D-D8D8-3E14-99F7-CA8D50ED3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968428"/>
              </p:ext>
            </p:extLst>
          </p:nvPr>
        </p:nvGraphicFramePr>
        <p:xfrm>
          <a:off x="181302" y="1086543"/>
          <a:ext cx="11682249" cy="3899304"/>
        </p:xfrm>
        <a:graphic>
          <a:graphicData uri="http://schemas.openxmlformats.org/drawingml/2006/table">
            <a:tbl>
              <a:tblPr/>
              <a:tblGrid>
                <a:gridCol w="463215">
                  <a:extLst>
                    <a:ext uri="{9D8B030D-6E8A-4147-A177-3AD203B41FA5}">
                      <a16:colId xmlns:a16="http://schemas.microsoft.com/office/drawing/2014/main" val="3163047854"/>
                    </a:ext>
                  </a:extLst>
                </a:gridCol>
                <a:gridCol w="574385">
                  <a:extLst>
                    <a:ext uri="{9D8B030D-6E8A-4147-A177-3AD203B41FA5}">
                      <a16:colId xmlns:a16="http://schemas.microsoft.com/office/drawing/2014/main" val="2769644359"/>
                    </a:ext>
                  </a:extLst>
                </a:gridCol>
                <a:gridCol w="515305">
                  <a:extLst>
                    <a:ext uri="{9D8B030D-6E8A-4147-A177-3AD203B41FA5}">
                      <a16:colId xmlns:a16="http://schemas.microsoft.com/office/drawing/2014/main" val="1131204181"/>
                    </a:ext>
                  </a:extLst>
                </a:gridCol>
                <a:gridCol w="1032641">
                  <a:extLst>
                    <a:ext uri="{9D8B030D-6E8A-4147-A177-3AD203B41FA5}">
                      <a16:colId xmlns:a16="http://schemas.microsoft.com/office/drawing/2014/main" val="3303860547"/>
                    </a:ext>
                  </a:extLst>
                </a:gridCol>
                <a:gridCol w="472966">
                  <a:extLst>
                    <a:ext uri="{9D8B030D-6E8A-4147-A177-3AD203B41FA5}">
                      <a16:colId xmlns:a16="http://schemas.microsoft.com/office/drawing/2014/main" val="2402117415"/>
                    </a:ext>
                  </a:extLst>
                </a:gridCol>
                <a:gridCol w="658210">
                  <a:extLst>
                    <a:ext uri="{9D8B030D-6E8A-4147-A177-3AD203B41FA5}">
                      <a16:colId xmlns:a16="http://schemas.microsoft.com/office/drawing/2014/main" val="841810570"/>
                    </a:ext>
                  </a:extLst>
                </a:gridCol>
                <a:gridCol w="705507">
                  <a:extLst>
                    <a:ext uri="{9D8B030D-6E8A-4147-A177-3AD203B41FA5}">
                      <a16:colId xmlns:a16="http://schemas.microsoft.com/office/drawing/2014/main" val="3660454395"/>
                    </a:ext>
                  </a:extLst>
                </a:gridCol>
                <a:gridCol w="1020817">
                  <a:extLst>
                    <a:ext uri="{9D8B030D-6E8A-4147-A177-3AD203B41FA5}">
                      <a16:colId xmlns:a16="http://schemas.microsoft.com/office/drawing/2014/main" val="3212952677"/>
                    </a:ext>
                  </a:extLst>
                </a:gridCol>
                <a:gridCol w="784335">
                  <a:extLst>
                    <a:ext uri="{9D8B030D-6E8A-4147-A177-3AD203B41FA5}">
                      <a16:colId xmlns:a16="http://schemas.microsoft.com/office/drawing/2014/main" val="1231485380"/>
                    </a:ext>
                  </a:extLst>
                </a:gridCol>
                <a:gridCol w="622738">
                  <a:extLst>
                    <a:ext uri="{9D8B030D-6E8A-4147-A177-3AD203B41FA5}">
                      <a16:colId xmlns:a16="http://schemas.microsoft.com/office/drawing/2014/main" val="1110443071"/>
                    </a:ext>
                  </a:extLst>
                </a:gridCol>
                <a:gridCol w="693682">
                  <a:extLst>
                    <a:ext uri="{9D8B030D-6E8A-4147-A177-3AD203B41FA5}">
                      <a16:colId xmlns:a16="http://schemas.microsoft.com/office/drawing/2014/main" val="4015528128"/>
                    </a:ext>
                  </a:extLst>
                </a:gridCol>
                <a:gridCol w="729156">
                  <a:extLst>
                    <a:ext uri="{9D8B030D-6E8A-4147-A177-3AD203B41FA5}">
                      <a16:colId xmlns:a16="http://schemas.microsoft.com/office/drawing/2014/main" val="1158641765"/>
                    </a:ext>
                  </a:extLst>
                </a:gridCol>
                <a:gridCol w="565160">
                  <a:extLst>
                    <a:ext uri="{9D8B030D-6E8A-4147-A177-3AD203B41FA5}">
                      <a16:colId xmlns:a16="http://schemas.microsoft.com/office/drawing/2014/main" val="2185063783"/>
                    </a:ext>
                  </a:extLst>
                </a:gridCol>
                <a:gridCol w="416892">
                  <a:extLst>
                    <a:ext uri="{9D8B030D-6E8A-4147-A177-3AD203B41FA5}">
                      <a16:colId xmlns:a16="http://schemas.microsoft.com/office/drawing/2014/main" val="1300028663"/>
                    </a:ext>
                  </a:extLst>
                </a:gridCol>
                <a:gridCol w="713349">
                  <a:extLst>
                    <a:ext uri="{9D8B030D-6E8A-4147-A177-3AD203B41FA5}">
                      <a16:colId xmlns:a16="http://schemas.microsoft.com/office/drawing/2014/main" val="289500107"/>
                    </a:ext>
                  </a:extLst>
                </a:gridCol>
                <a:gridCol w="653661">
                  <a:extLst>
                    <a:ext uri="{9D8B030D-6E8A-4147-A177-3AD203B41FA5}">
                      <a16:colId xmlns:a16="http://schemas.microsoft.com/office/drawing/2014/main" val="2770030851"/>
                    </a:ext>
                  </a:extLst>
                </a:gridCol>
                <a:gridCol w="587751">
                  <a:extLst>
                    <a:ext uri="{9D8B030D-6E8A-4147-A177-3AD203B41FA5}">
                      <a16:colId xmlns:a16="http://schemas.microsoft.com/office/drawing/2014/main" val="4079518240"/>
                    </a:ext>
                  </a:extLst>
                </a:gridCol>
                <a:gridCol w="472479">
                  <a:extLst>
                    <a:ext uri="{9D8B030D-6E8A-4147-A177-3AD203B41FA5}">
                      <a16:colId xmlns:a16="http://schemas.microsoft.com/office/drawing/2014/main" val="3306614339"/>
                    </a:ext>
                  </a:extLst>
                </a:gridCol>
              </a:tblGrid>
              <a:tr h="32494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Brunting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Bristol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Vehicle Solutions Leeds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Leeds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Colchester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Wimbledon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Vehicle Solutions Coventry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Manchester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Plymouth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Washington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Northampton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Mansfield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Shotts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Manheim-Online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Birmingham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Gloucester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Haydock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298271"/>
                  </a:ext>
                </a:extLst>
              </a:tr>
              <a:tr h="32494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1,507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958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925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811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696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385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360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303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262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205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188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156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147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98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82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33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25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834372"/>
                  </a:ext>
                </a:extLst>
              </a:tr>
              <a:tr h="32494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2,127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1,353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1,307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1,145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983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543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509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428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370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289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266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220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208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139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116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35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231448"/>
                  </a:ext>
                </a:extLst>
              </a:tr>
              <a:tr h="32494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2,796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1,778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1,717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1,504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1,292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714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669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562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486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380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350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289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274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182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152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61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46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0873557"/>
                  </a:ext>
                </a:extLst>
              </a:tr>
              <a:tr h="32494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3,494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2,222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2,146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1,880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1,614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892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835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703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608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475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437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361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342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228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190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76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57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7597304"/>
                  </a:ext>
                </a:extLst>
              </a:tr>
              <a:tr h="32494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4,209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2,676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2,585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2,264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1,944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1,075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1,006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846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732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572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526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435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412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274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229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91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69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472103"/>
                  </a:ext>
                </a:extLst>
              </a:tr>
              <a:tr h="32494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2027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4,934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3,137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3,030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2,655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2,279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1,260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1,180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992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858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670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617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509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483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322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268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107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80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7057967"/>
                  </a:ext>
                </a:extLst>
              </a:tr>
              <a:tr h="32494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2028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5,665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3,602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3,479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3,048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2,617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1,447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1,355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1,139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985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770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708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585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554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369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308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123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92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0893853"/>
                  </a:ext>
                </a:extLst>
              </a:tr>
              <a:tr h="32494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2029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6,400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4,070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3,931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3,444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2,957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1,635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1,531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1,287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1,113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870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800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661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626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417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348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139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104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991103"/>
                  </a:ext>
                </a:extLst>
              </a:tr>
              <a:tr h="32494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2030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7,138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4,539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4,384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3,840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3,297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1,823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1,707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1,435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1,241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970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892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737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698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466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388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155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116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3101692"/>
                  </a:ext>
                </a:extLst>
              </a:tr>
              <a:tr h="32494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2031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7,877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5,008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4,837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4,238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3,639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2,012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1,884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1,584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1,370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1,070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985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813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771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514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428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171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128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153958"/>
                  </a:ext>
                </a:extLst>
              </a:tr>
              <a:tr h="32494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2032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8,616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5,479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5,291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4,636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3,980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2,201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2,060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1,733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1,498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1,171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1,077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890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843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562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468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187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140 </a:t>
                      </a:r>
                    </a:p>
                  </a:txBody>
                  <a:tcPr marL="2501" marR="2501" marT="25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1490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051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7C5B-40B3-3C46-B7C0-04D709EB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BEV and PHEV forecasts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A5E58-5D36-C743-9A20-191B041F48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Branch Forecasts for PHEV – Using current volume distribution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9E508C-871A-B6EB-A20E-5B215531D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596898"/>
              </p:ext>
            </p:extLst>
          </p:nvPr>
        </p:nvGraphicFramePr>
        <p:xfrm>
          <a:off x="1259540" y="1208543"/>
          <a:ext cx="10765604" cy="2322933"/>
        </p:xfrm>
        <a:graphic>
          <a:graphicData uri="http://schemas.openxmlformats.org/drawingml/2006/table">
            <a:tbl>
              <a:tblPr/>
              <a:tblGrid>
                <a:gridCol w="586361">
                  <a:extLst>
                    <a:ext uri="{9D8B030D-6E8A-4147-A177-3AD203B41FA5}">
                      <a16:colId xmlns:a16="http://schemas.microsoft.com/office/drawing/2014/main" val="1071931104"/>
                    </a:ext>
                  </a:extLst>
                </a:gridCol>
                <a:gridCol w="609816">
                  <a:extLst>
                    <a:ext uri="{9D8B030D-6E8A-4147-A177-3AD203B41FA5}">
                      <a16:colId xmlns:a16="http://schemas.microsoft.com/office/drawing/2014/main" val="656188143"/>
                    </a:ext>
                  </a:extLst>
                </a:gridCol>
                <a:gridCol w="598089">
                  <a:extLst>
                    <a:ext uri="{9D8B030D-6E8A-4147-A177-3AD203B41FA5}">
                      <a16:colId xmlns:a16="http://schemas.microsoft.com/office/drawing/2014/main" val="3518280732"/>
                    </a:ext>
                  </a:extLst>
                </a:gridCol>
                <a:gridCol w="598089">
                  <a:extLst>
                    <a:ext uri="{9D8B030D-6E8A-4147-A177-3AD203B41FA5}">
                      <a16:colId xmlns:a16="http://schemas.microsoft.com/office/drawing/2014/main" val="868863846"/>
                    </a:ext>
                  </a:extLst>
                </a:gridCol>
                <a:gridCol w="450549">
                  <a:extLst>
                    <a:ext uri="{9D8B030D-6E8A-4147-A177-3AD203B41FA5}">
                      <a16:colId xmlns:a16="http://schemas.microsoft.com/office/drawing/2014/main" val="2074115519"/>
                    </a:ext>
                  </a:extLst>
                </a:gridCol>
                <a:gridCol w="641771">
                  <a:extLst>
                    <a:ext uri="{9D8B030D-6E8A-4147-A177-3AD203B41FA5}">
                      <a16:colId xmlns:a16="http://schemas.microsoft.com/office/drawing/2014/main" val="3676954204"/>
                    </a:ext>
                  </a:extLst>
                </a:gridCol>
                <a:gridCol w="633222">
                  <a:extLst>
                    <a:ext uri="{9D8B030D-6E8A-4147-A177-3AD203B41FA5}">
                      <a16:colId xmlns:a16="http://schemas.microsoft.com/office/drawing/2014/main" val="2353741541"/>
                    </a:ext>
                  </a:extLst>
                </a:gridCol>
                <a:gridCol w="594253">
                  <a:extLst>
                    <a:ext uri="{9D8B030D-6E8A-4147-A177-3AD203B41FA5}">
                      <a16:colId xmlns:a16="http://schemas.microsoft.com/office/drawing/2014/main" val="536927725"/>
                    </a:ext>
                  </a:extLst>
                </a:gridCol>
                <a:gridCol w="670650">
                  <a:extLst>
                    <a:ext uri="{9D8B030D-6E8A-4147-A177-3AD203B41FA5}">
                      <a16:colId xmlns:a16="http://schemas.microsoft.com/office/drawing/2014/main" val="502931649"/>
                    </a:ext>
                  </a:extLst>
                </a:gridCol>
                <a:gridCol w="537663">
                  <a:extLst>
                    <a:ext uri="{9D8B030D-6E8A-4147-A177-3AD203B41FA5}">
                      <a16:colId xmlns:a16="http://schemas.microsoft.com/office/drawing/2014/main" val="849271632"/>
                    </a:ext>
                  </a:extLst>
                </a:gridCol>
                <a:gridCol w="658516">
                  <a:extLst>
                    <a:ext uri="{9D8B030D-6E8A-4147-A177-3AD203B41FA5}">
                      <a16:colId xmlns:a16="http://schemas.microsoft.com/office/drawing/2014/main" val="333744578"/>
                    </a:ext>
                  </a:extLst>
                </a:gridCol>
                <a:gridCol w="767691">
                  <a:extLst>
                    <a:ext uri="{9D8B030D-6E8A-4147-A177-3AD203B41FA5}">
                      <a16:colId xmlns:a16="http://schemas.microsoft.com/office/drawing/2014/main" val="4190368839"/>
                    </a:ext>
                  </a:extLst>
                </a:gridCol>
                <a:gridCol w="554636">
                  <a:extLst>
                    <a:ext uri="{9D8B030D-6E8A-4147-A177-3AD203B41FA5}">
                      <a16:colId xmlns:a16="http://schemas.microsoft.com/office/drawing/2014/main" val="3274821367"/>
                    </a:ext>
                  </a:extLst>
                </a:gridCol>
                <a:gridCol w="408053">
                  <a:extLst>
                    <a:ext uri="{9D8B030D-6E8A-4147-A177-3AD203B41FA5}">
                      <a16:colId xmlns:a16="http://schemas.microsoft.com/office/drawing/2014/main" val="3182589440"/>
                    </a:ext>
                  </a:extLst>
                </a:gridCol>
                <a:gridCol w="574444">
                  <a:extLst>
                    <a:ext uri="{9D8B030D-6E8A-4147-A177-3AD203B41FA5}">
                      <a16:colId xmlns:a16="http://schemas.microsoft.com/office/drawing/2014/main" val="2730634001"/>
                    </a:ext>
                  </a:extLst>
                </a:gridCol>
                <a:gridCol w="728950">
                  <a:extLst>
                    <a:ext uri="{9D8B030D-6E8A-4147-A177-3AD203B41FA5}">
                      <a16:colId xmlns:a16="http://schemas.microsoft.com/office/drawing/2014/main" val="3245906199"/>
                    </a:ext>
                  </a:extLst>
                </a:gridCol>
                <a:gridCol w="597121">
                  <a:extLst>
                    <a:ext uri="{9D8B030D-6E8A-4147-A177-3AD203B41FA5}">
                      <a16:colId xmlns:a16="http://schemas.microsoft.com/office/drawing/2014/main" val="1885817083"/>
                    </a:ext>
                  </a:extLst>
                </a:gridCol>
                <a:gridCol w="555730">
                  <a:extLst>
                    <a:ext uri="{9D8B030D-6E8A-4147-A177-3AD203B41FA5}">
                      <a16:colId xmlns:a16="http://schemas.microsoft.com/office/drawing/2014/main" val="2680864995"/>
                    </a:ext>
                  </a:extLst>
                </a:gridCol>
              </a:tblGrid>
              <a:tr h="470434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Brunting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Bristol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Vehicle Solutions Leeds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Leeds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Colchester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Wimbledon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Vehicle Solutions Coventry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Manchester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Plymouth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Washington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Northampton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Mansfield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Shotts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ManheimOnline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Birmingham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Gloucester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Haydock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294889"/>
                  </a:ext>
                </a:extLst>
              </a:tr>
              <a:tr h="168409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182016"/>
                  </a:ext>
                </a:extLst>
              </a:tr>
              <a:tr h="168409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180814"/>
                  </a:ext>
                </a:extLst>
              </a:tr>
              <a:tr h="168409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8735045"/>
                  </a:ext>
                </a:extLst>
              </a:tr>
              <a:tr h="168409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841192"/>
                  </a:ext>
                </a:extLst>
              </a:tr>
              <a:tr h="168409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50717"/>
                  </a:ext>
                </a:extLst>
              </a:tr>
              <a:tr h="168409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2027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866323"/>
                  </a:ext>
                </a:extLst>
              </a:tr>
              <a:tr h="168409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2028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77965"/>
                  </a:ext>
                </a:extLst>
              </a:tr>
              <a:tr h="168409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2029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9666318"/>
                  </a:ext>
                </a:extLst>
              </a:tr>
              <a:tr h="168409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2030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929035"/>
                  </a:ext>
                </a:extLst>
              </a:tr>
              <a:tr h="168409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2031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589824"/>
                  </a:ext>
                </a:extLst>
              </a:tr>
              <a:tr h="168409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2032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128576"/>
                  </a:ext>
                </a:extLst>
              </a:tr>
            </a:tbl>
          </a:graphicData>
        </a:graphic>
      </p:graphicFrame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AC82569-F148-ADFD-E5C4-8CBB4DD54D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1933" y="1321701"/>
            <a:ext cx="1100188" cy="1429382"/>
          </a:xfrm>
        </p:spPr>
        <p:txBody>
          <a:bodyPr/>
          <a:lstStyle/>
          <a:p>
            <a:r>
              <a:rPr lang="en-GB" b="1" dirty="0"/>
              <a:t>PHEV volume distribution – mid values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CB03394-C8CA-AE07-0F6F-287ED20FC785}"/>
              </a:ext>
            </a:extLst>
          </p:cNvPr>
          <p:cNvSpPr txBox="1">
            <a:spLocks/>
          </p:cNvSpPr>
          <p:nvPr/>
        </p:nvSpPr>
        <p:spPr>
          <a:xfrm>
            <a:off x="101933" y="4233066"/>
            <a:ext cx="1100188" cy="1429382"/>
          </a:xfrm>
          <a:prstGeom prst="rect">
            <a:avLst/>
          </a:prstGeom>
        </p:spPr>
        <p:txBody>
          <a:bodyPr lIns="90000" rIns="90000"/>
          <a:lstStyle>
            <a:lvl1pPr marL="0" indent="0" algn="l" defTabSz="1218428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None/>
              <a:defRPr sz="1400" b="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1218428" rtl="0" eaLnBrk="1" latinLnBrk="0" hangingPunct="1">
              <a:spcBef>
                <a:spcPts val="600"/>
              </a:spcBef>
              <a:buClr>
                <a:schemeClr val="tx1"/>
              </a:buClr>
              <a:buFontTx/>
              <a:buBlip>
                <a:blip r:embed="rId2"/>
              </a:buBlip>
              <a:tabLst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313786" indent="0" algn="l" defTabSz="1218428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tabLst/>
              <a:defRPr sz="14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3pPr>
            <a:lvl4pPr marL="633644" indent="-285750" algn="l" defTabSz="1218428" rtl="0" eaLnBrk="1" latinLnBrk="0" hangingPunct="1">
              <a:spcBef>
                <a:spcPts val="600"/>
              </a:spcBef>
              <a:buClr>
                <a:srgbClr val="4A4A4A"/>
              </a:buClr>
              <a:buFont typeface="Arial" panose="020B0604020202020204" pitchFamily="34" charset="0"/>
              <a:buChar char="•"/>
              <a:defRPr sz="14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4pPr>
            <a:lvl5pPr marL="633600" indent="-285750" algn="l" defTabSz="1218428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ü"/>
              <a:defRPr sz="14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5pPr>
            <a:lvl6pPr marL="623888" indent="0" algn="l" defTabSz="1218428" rtl="0" eaLnBrk="1" latinLnBrk="0" hangingPunct="1">
              <a:spcBef>
                <a:spcPct val="20000"/>
              </a:spcBef>
              <a:buClr>
                <a:schemeClr val="accent2"/>
              </a:buClr>
              <a:buFont typeface="+mj-lt"/>
              <a:buNone/>
              <a:tabLst/>
              <a:defRPr sz="12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6pPr>
            <a:lvl7pPr marL="762000" indent="-166688" algn="l" defTabSz="121842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7pPr>
            <a:lvl8pPr marL="273050" indent="-273050" algn="l" defTabSz="1218428" rtl="0" eaLnBrk="1" latinLnBrk="0" hangingPunct="1">
              <a:spcBef>
                <a:spcPct val="20000"/>
              </a:spcBef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8pPr>
            <a:lvl9pPr marL="5178319" indent="-304610" algn="l" defTabSz="12184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PHEV volume distribution – upper bound values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9B7016C-092F-C883-EBED-4F94BBF6A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643744"/>
              </p:ext>
            </p:extLst>
          </p:nvPr>
        </p:nvGraphicFramePr>
        <p:xfrm>
          <a:off x="1259540" y="3876955"/>
          <a:ext cx="10765601" cy="2274546"/>
        </p:xfrm>
        <a:graphic>
          <a:graphicData uri="http://schemas.openxmlformats.org/drawingml/2006/table">
            <a:tbl>
              <a:tblPr/>
              <a:tblGrid>
                <a:gridCol w="586361">
                  <a:extLst>
                    <a:ext uri="{9D8B030D-6E8A-4147-A177-3AD203B41FA5}">
                      <a16:colId xmlns:a16="http://schemas.microsoft.com/office/drawing/2014/main" val="2036517611"/>
                    </a:ext>
                  </a:extLst>
                </a:gridCol>
                <a:gridCol w="618198">
                  <a:extLst>
                    <a:ext uri="{9D8B030D-6E8A-4147-A177-3AD203B41FA5}">
                      <a16:colId xmlns:a16="http://schemas.microsoft.com/office/drawing/2014/main" val="3806874903"/>
                    </a:ext>
                  </a:extLst>
                </a:gridCol>
                <a:gridCol w="589707">
                  <a:extLst>
                    <a:ext uri="{9D8B030D-6E8A-4147-A177-3AD203B41FA5}">
                      <a16:colId xmlns:a16="http://schemas.microsoft.com/office/drawing/2014/main" val="3036453264"/>
                    </a:ext>
                  </a:extLst>
                </a:gridCol>
                <a:gridCol w="598089">
                  <a:extLst>
                    <a:ext uri="{9D8B030D-6E8A-4147-A177-3AD203B41FA5}">
                      <a16:colId xmlns:a16="http://schemas.microsoft.com/office/drawing/2014/main" val="4185456621"/>
                    </a:ext>
                  </a:extLst>
                </a:gridCol>
                <a:gridCol w="523595">
                  <a:extLst>
                    <a:ext uri="{9D8B030D-6E8A-4147-A177-3AD203B41FA5}">
                      <a16:colId xmlns:a16="http://schemas.microsoft.com/office/drawing/2014/main" val="3275689324"/>
                    </a:ext>
                  </a:extLst>
                </a:gridCol>
                <a:gridCol w="609482">
                  <a:extLst>
                    <a:ext uri="{9D8B030D-6E8A-4147-A177-3AD203B41FA5}">
                      <a16:colId xmlns:a16="http://schemas.microsoft.com/office/drawing/2014/main" val="2425081195"/>
                    </a:ext>
                  </a:extLst>
                </a:gridCol>
                <a:gridCol w="661190">
                  <a:extLst>
                    <a:ext uri="{9D8B030D-6E8A-4147-A177-3AD203B41FA5}">
                      <a16:colId xmlns:a16="http://schemas.microsoft.com/office/drawing/2014/main" val="1636222811"/>
                    </a:ext>
                  </a:extLst>
                </a:gridCol>
                <a:gridCol w="509262">
                  <a:extLst>
                    <a:ext uri="{9D8B030D-6E8A-4147-A177-3AD203B41FA5}">
                      <a16:colId xmlns:a16="http://schemas.microsoft.com/office/drawing/2014/main" val="2441794921"/>
                    </a:ext>
                  </a:extLst>
                </a:gridCol>
                <a:gridCol w="650328">
                  <a:extLst>
                    <a:ext uri="{9D8B030D-6E8A-4147-A177-3AD203B41FA5}">
                      <a16:colId xmlns:a16="http://schemas.microsoft.com/office/drawing/2014/main" val="2446631185"/>
                    </a:ext>
                  </a:extLst>
                </a:gridCol>
                <a:gridCol w="551793">
                  <a:extLst>
                    <a:ext uri="{9D8B030D-6E8A-4147-A177-3AD203B41FA5}">
                      <a16:colId xmlns:a16="http://schemas.microsoft.com/office/drawing/2014/main" val="2304535935"/>
                    </a:ext>
                  </a:extLst>
                </a:gridCol>
                <a:gridCol w="680973">
                  <a:extLst>
                    <a:ext uri="{9D8B030D-6E8A-4147-A177-3AD203B41FA5}">
                      <a16:colId xmlns:a16="http://schemas.microsoft.com/office/drawing/2014/main" val="4235193544"/>
                    </a:ext>
                  </a:extLst>
                </a:gridCol>
                <a:gridCol w="761572">
                  <a:extLst>
                    <a:ext uri="{9D8B030D-6E8A-4147-A177-3AD203B41FA5}">
                      <a16:colId xmlns:a16="http://schemas.microsoft.com/office/drawing/2014/main" val="3106991448"/>
                    </a:ext>
                  </a:extLst>
                </a:gridCol>
                <a:gridCol w="567558">
                  <a:extLst>
                    <a:ext uri="{9D8B030D-6E8A-4147-A177-3AD203B41FA5}">
                      <a16:colId xmlns:a16="http://schemas.microsoft.com/office/drawing/2014/main" val="2225724041"/>
                    </a:ext>
                  </a:extLst>
                </a:gridCol>
                <a:gridCol w="480849">
                  <a:extLst>
                    <a:ext uri="{9D8B030D-6E8A-4147-A177-3AD203B41FA5}">
                      <a16:colId xmlns:a16="http://schemas.microsoft.com/office/drawing/2014/main" val="1497994716"/>
                    </a:ext>
                  </a:extLst>
                </a:gridCol>
                <a:gridCol w="582377">
                  <a:extLst>
                    <a:ext uri="{9D8B030D-6E8A-4147-A177-3AD203B41FA5}">
                      <a16:colId xmlns:a16="http://schemas.microsoft.com/office/drawing/2014/main" val="2295721147"/>
                    </a:ext>
                  </a:extLst>
                </a:gridCol>
                <a:gridCol w="663098">
                  <a:extLst>
                    <a:ext uri="{9D8B030D-6E8A-4147-A177-3AD203B41FA5}">
                      <a16:colId xmlns:a16="http://schemas.microsoft.com/office/drawing/2014/main" val="3063024295"/>
                    </a:ext>
                  </a:extLst>
                </a:gridCol>
                <a:gridCol w="618797">
                  <a:extLst>
                    <a:ext uri="{9D8B030D-6E8A-4147-A177-3AD203B41FA5}">
                      <a16:colId xmlns:a16="http://schemas.microsoft.com/office/drawing/2014/main" val="354380871"/>
                    </a:ext>
                  </a:extLst>
                </a:gridCol>
                <a:gridCol w="512372">
                  <a:extLst>
                    <a:ext uri="{9D8B030D-6E8A-4147-A177-3AD203B41FA5}">
                      <a16:colId xmlns:a16="http://schemas.microsoft.com/office/drawing/2014/main" val="3032856308"/>
                    </a:ext>
                  </a:extLst>
                </a:gridCol>
              </a:tblGrid>
              <a:tr h="456913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Brunting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Bristol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Vehicle Solutions Leeds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Leeds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Colchester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Wimbledon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Vehicle Solutions Coventry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Manchester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Plymouth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Washington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Northampton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Mansfield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Shotts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ManheimOnline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Birmingham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Gloucester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Haydock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307189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276621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603279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4019010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886877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716831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2027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7997240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2028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1869621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2029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2430521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2030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3083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0610270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2031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3457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2198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2123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942097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2032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3843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2360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113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065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7C5B-40B3-3C46-B7C0-04D709EB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BEV and PHEV forecasts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A5E58-5D36-C743-9A20-191B041F48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Branch Forecasts for PHEV – Using current volume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91F73-7AFA-3800-19E2-AA947F359DA8}"/>
              </a:ext>
            </a:extLst>
          </p:cNvPr>
          <p:cNvSpPr txBox="1"/>
          <p:nvPr/>
        </p:nvSpPr>
        <p:spPr>
          <a:xfrm>
            <a:off x="248307" y="5340569"/>
            <a:ext cx="65149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Note:</a:t>
            </a:r>
          </a:p>
          <a:p>
            <a:r>
              <a:rPr lang="en-GB" sz="1100" dirty="0"/>
              <a:t>The branch forecasts is done for PHEV using mid values and upper bound values of the Manheim Market Share 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FD1EEEA-F55F-99EB-B43D-2B0672FCA679}"/>
              </a:ext>
            </a:extLst>
          </p:cNvPr>
          <p:cNvGraphicFramePr>
            <a:graphicFrameLocks/>
          </p:cNvGraphicFramePr>
          <p:nvPr/>
        </p:nvGraphicFramePr>
        <p:xfrm>
          <a:off x="346450" y="1044464"/>
          <a:ext cx="5451319" cy="4296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15A774C0-4BD9-C8AB-C8BC-A813E30CCC81}"/>
              </a:ext>
            </a:extLst>
          </p:cNvPr>
          <p:cNvGraphicFramePr>
            <a:graphicFrameLocks/>
          </p:cNvGraphicFramePr>
          <p:nvPr/>
        </p:nvGraphicFramePr>
        <p:xfrm>
          <a:off x="5873269" y="1086544"/>
          <a:ext cx="6116407" cy="41791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81602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7C5B-40B3-3C46-B7C0-04D709EB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BEV and PHEV forecasts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A5E58-5D36-C743-9A20-191B041F48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Branch Forecasts for BEV – Using current volume distribution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AC82569-F148-ADFD-E5C4-8CBB4DD54D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1933" y="1321701"/>
            <a:ext cx="1100188" cy="1429382"/>
          </a:xfrm>
        </p:spPr>
        <p:txBody>
          <a:bodyPr/>
          <a:lstStyle/>
          <a:p>
            <a:r>
              <a:rPr lang="en-GB" b="1" dirty="0"/>
              <a:t>BEV volume distribution – mid values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CB03394-C8CA-AE07-0F6F-287ED20FC785}"/>
              </a:ext>
            </a:extLst>
          </p:cNvPr>
          <p:cNvSpPr txBox="1">
            <a:spLocks/>
          </p:cNvSpPr>
          <p:nvPr/>
        </p:nvSpPr>
        <p:spPr>
          <a:xfrm>
            <a:off x="101933" y="4233066"/>
            <a:ext cx="1100188" cy="1429382"/>
          </a:xfrm>
          <a:prstGeom prst="rect">
            <a:avLst/>
          </a:prstGeom>
        </p:spPr>
        <p:txBody>
          <a:bodyPr lIns="90000" rIns="90000"/>
          <a:lstStyle>
            <a:lvl1pPr marL="0" indent="0" algn="l" defTabSz="1218428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None/>
              <a:defRPr sz="1400" b="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1218428" rtl="0" eaLnBrk="1" latinLnBrk="0" hangingPunct="1">
              <a:spcBef>
                <a:spcPts val="600"/>
              </a:spcBef>
              <a:buClr>
                <a:schemeClr val="tx1"/>
              </a:buClr>
              <a:buFontTx/>
              <a:buBlip>
                <a:blip r:embed="rId2"/>
              </a:buBlip>
              <a:tabLst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313786" indent="0" algn="l" defTabSz="1218428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tabLst/>
              <a:defRPr sz="14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3pPr>
            <a:lvl4pPr marL="633644" indent="-285750" algn="l" defTabSz="1218428" rtl="0" eaLnBrk="1" latinLnBrk="0" hangingPunct="1">
              <a:spcBef>
                <a:spcPts val="600"/>
              </a:spcBef>
              <a:buClr>
                <a:srgbClr val="4A4A4A"/>
              </a:buClr>
              <a:buFont typeface="Arial" panose="020B0604020202020204" pitchFamily="34" charset="0"/>
              <a:buChar char="•"/>
              <a:defRPr sz="14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4pPr>
            <a:lvl5pPr marL="633600" indent="-285750" algn="l" defTabSz="1218428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ü"/>
              <a:defRPr sz="14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5pPr>
            <a:lvl6pPr marL="623888" indent="0" algn="l" defTabSz="1218428" rtl="0" eaLnBrk="1" latinLnBrk="0" hangingPunct="1">
              <a:spcBef>
                <a:spcPct val="20000"/>
              </a:spcBef>
              <a:buClr>
                <a:schemeClr val="accent2"/>
              </a:buClr>
              <a:buFont typeface="+mj-lt"/>
              <a:buNone/>
              <a:tabLst/>
              <a:defRPr sz="12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6pPr>
            <a:lvl7pPr marL="762000" indent="-166688" algn="l" defTabSz="121842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7pPr>
            <a:lvl8pPr marL="273050" indent="-273050" algn="l" defTabSz="1218428" rtl="0" eaLnBrk="1" latinLnBrk="0" hangingPunct="1">
              <a:spcBef>
                <a:spcPct val="20000"/>
              </a:spcBef>
              <a:buClr>
                <a:srgbClr val="4A4A4A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rgbClr val="4A4A4A"/>
                </a:solidFill>
                <a:latin typeface="+mn-lt"/>
                <a:ea typeface="+mn-ea"/>
                <a:cs typeface="+mn-cs"/>
              </a:defRPr>
            </a:lvl8pPr>
            <a:lvl9pPr marL="5178319" indent="-304610" algn="l" defTabSz="12184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BEV volume distribution – upper bound values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61A66-3830-B4D3-78B3-91151E406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905554"/>
              </p:ext>
            </p:extLst>
          </p:nvPr>
        </p:nvGraphicFramePr>
        <p:xfrm>
          <a:off x="1259540" y="1409652"/>
          <a:ext cx="10734082" cy="2274546"/>
        </p:xfrm>
        <a:graphic>
          <a:graphicData uri="http://schemas.openxmlformats.org/drawingml/2006/table">
            <a:tbl>
              <a:tblPr/>
              <a:tblGrid>
                <a:gridCol w="584644">
                  <a:extLst>
                    <a:ext uri="{9D8B030D-6E8A-4147-A177-3AD203B41FA5}">
                      <a16:colId xmlns:a16="http://schemas.microsoft.com/office/drawing/2014/main" val="849011229"/>
                    </a:ext>
                  </a:extLst>
                </a:gridCol>
                <a:gridCol w="516702">
                  <a:extLst>
                    <a:ext uri="{9D8B030D-6E8A-4147-A177-3AD203B41FA5}">
                      <a16:colId xmlns:a16="http://schemas.microsoft.com/office/drawing/2014/main" val="1277057621"/>
                    </a:ext>
                  </a:extLst>
                </a:gridCol>
                <a:gridCol w="417786">
                  <a:extLst>
                    <a:ext uri="{9D8B030D-6E8A-4147-A177-3AD203B41FA5}">
                      <a16:colId xmlns:a16="http://schemas.microsoft.com/office/drawing/2014/main" val="1750377888"/>
                    </a:ext>
                  </a:extLst>
                </a:gridCol>
                <a:gridCol w="559676">
                  <a:extLst>
                    <a:ext uri="{9D8B030D-6E8A-4147-A177-3AD203B41FA5}">
                      <a16:colId xmlns:a16="http://schemas.microsoft.com/office/drawing/2014/main" val="2291599086"/>
                    </a:ext>
                  </a:extLst>
                </a:gridCol>
                <a:gridCol w="480849">
                  <a:extLst>
                    <a:ext uri="{9D8B030D-6E8A-4147-A177-3AD203B41FA5}">
                      <a16:colId xmlns:a16="http://schemas.microsoft.com/office/drawing/2014/main" val="2170825163"/>
                    </a:ext>
                  </a:extLst>
                </a:gridCol>
                <a:gridCol w="614855">
                  <a:extLst>
                    <a:ext uri="{9D8B030D-6E8A-4147-A177-3AD203B41FA5}">
                      <a16:colId xmlns:a16="http://schemas.microsoft.com/office/drawing/2014/main" val="1512277572"/>
                    </a:ext>
                  </a:extLst>
                </a:gridCol>
                <a:gridCol w="677917">
                  <a:extLst>
                    <a:ext uri="{9D8B030D-6E8A-4147-A177-3AD203B41FA5}">
                      <a16:colId xmlns:a16="http://schemas.microsoft.com/office/drawing/2014/main" val="3390318651"/>
                    </a:ext>
                  </a:extLst>
                </a:gridCol>
                <a:gridCol w="693683">
                  <a:extLst>
                    <a:ext uri="{9D8B030D-6E8A-4147-A177-3AD203B41FA5}">
                      <a16:colId xmlns:a16="http://schemas.microsoft.com/office/drawing/2014/main" val="1702464522"/>
                    </a:ext>
                  </a:extLst>
                </a:gridCol>
                <a:gridCol w="638503">
                  <a:extLst>
                    <a:ext uri="{9D8B030D-6E8A-4147-A177-3AD203B41FA5}">
                      <a16:colId xmlns:a16="http://schemas.microsoft.com/office/drawing/2014/main" val="1544175719"/>
                    </a:ext>
                  </a:extLst>
                </a:gridCol>
                <a:gridCol w="599090">
                  <a:extLst>
                    <a:ext uri="{9D8B030D-6E8A-4147-A177-3AD203B41FA5}">
                      <a16:colId xmlns:a16="http://schemas.microsoft.com/office/drawing/2014/main" val="955698164"/>
                    </a:ext>
                  </a:extLst>
                </a:gridCol>
                <a:gridCol w="681858">
                  <a:extLst>
                    <a:ext uri="{9D8B030D-6E8A-4147-A177-3AD203B41FA5}">
                      <a16:colId xmlns:a16="http://schemas.microsoft.com/office/drawing/2014/main" val="3022263387"/>
                    </a:ext>
                  </a:extLst>
                </a:gridCol>
                <a:gridCol w="756745">
                  <a:extLst>
                    <a:ext uri="{9D8B030D-6E8A-4147-A177-3AD203B41FA5}">
                      <a16:colId xmlns:a16="http://schemas.microsoft.com/office/drawing/2014/main" val="1407255785"/>
                    </a:ext>
                  </a:extLst>
                </a:gridCol>
                <a:gridCol w="618797">
                  <a:extLst>
                    <a:ext uri="{9D8B030D-6E8A-4147-A177-3AD203B41FA5}">
                      <a16:colId xmlns:a16="http://schemas.microsoft.com/office/drawing/2014/main" val="3965975410"/>
                    </a:ext>
                  </a:extLst>
                </a:gridCol>
                <a:gridCol w="507625">
                  <a:extLst>
                    <a:ext uri="{9D8B030D-6E8A-4147-A177-3AD203B41FA5}">
                      <a16:colId xmlns:a16="http://schemas.microsoft.com/office/drawing/2014/main" val="3756951616"/>
                    </a:ext>
                  </a:extLst>
                </a:gridCol>
                <a:gridCol w="521075">
                  <a:extLst>
                    <a:ext uri="{9D8B030D-6E8A-4147-A177-3AD203B41FA5}">
                      <a16:colId xmlns:a16="http://schemas.microsoft.com/office/drawing/2014/main" val="793100637"/>
                    </a:ext>
                  </a:extLst>
                </a:gridCol>
                <a:gridCol w="671601">
                  <a:extLst>
                    <a:ext uri="{9D8B030D-6E8A-4147-A177-3AD203B41FA5}">
                      <a16:colId xmlns:a16="http://schemas.microsoft.com/office/drawing/2014/main" val="1828794398"/>
                    </a:ext>
                  </a:extLst>
                </a:gridCol>
                <a:gridCol w="596338">
                  <a:extLst>
                    <a:ext uri="{9D8B030D-6E8A-4147-A177-3AD203B41FA5}">
                      <a16:colId xmlns:a16="http://schemas.microsoft.com/office/drawing/2014/main" val="2351188584"/>
                    </a:ext>
                  </a:extLst>
                </a:gridCol>
                <a:gridCol w="596338">
                  <a:extLst>
                    <a:ext uri="{9D8B030D-6E8A-4147-A177-3AD203B41FA5}">
                      <a16:colId xmlns:a16="http://schemas.microsoft.com/office/drawing/2014/main" val="1244317889"/>
                    </a:ext>
                  </a:extLst>
                </a:gridCol>
              </a:tblGrid>
              <a:tr h="458781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Brunting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Bristol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Vehicle Solutions Leeds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Leeds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Colchester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Wimbledon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Vehicle Solutions Coventry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Manchester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Plymouth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Washington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Northampton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Mansfield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Shotts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ManheimOnline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Birmingham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Gloucester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Haydock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561458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4855213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592178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943346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2452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417232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1919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7065286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2027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3593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1660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265774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2028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4175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2564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212131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2029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4761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3027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2562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2199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6847387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2030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5349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3401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3285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2878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084690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2031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5938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3776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3647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2743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237413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2032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6528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4151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3512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1667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6083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B6D966-44CB-6434-8875-12CEA77D9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998948"/>
              </p:ext>
            </p:extLst>
          </p:nvPr>
        </p:nvGraphicFramePr>
        <p:xfrm>
          <a:off x="1259540" y="3985599"/>
          <a:ext cx="10734082" cy="2314876"/>
        </p:xfrm>
        <a:graphic>
          <a:graphicData uri="http://schemas.openxmlformats.org/drawingml/2006/table">
            <a:tbl>
              <a:tblPr/>
              <a:tblGrid>
                <a:gridCol w="584644">
                  <a:extLst>
                    <a:ext uri="{9D8B030D-6E8A-4147-A177-3AD203B41FA5}">
                      <a16:colId xmlns:a16="http://schemas.microsoft.com/office/drawing/2014/main" val="2443853506"/>
                    </a:ext>
                  </a:extLst>
                </a:gridCol>
                <a:gridCol w="532468">
                  <a:extLst>
                    <a:ext uri="{9D8B030D-6E8A-4147-A177-3AD203B41FA5}">
                      <a16:colId xmlns:a16="http://schemas.microsoft.com/office/drawing/2014/main" val="2550884435"/>
                    </a:ext>
                  </a:extLst>
                </a:gridCol>
                <a:gridCol w="461141">
                  <a:extLst>
                    <a:ext uri="{9D8B030D-6E8A-4147-A177-3AD203B41FA5}">
                      <a16:colId xmlns:a16="http://schemas.microsoft.com/office/drawing/2014/main" val="1822337298"/>
                    </a:ext>
                  </a:extLst>
                </a:gridCol>
                <a:gridCol w="575441">
                  <a:extLst>
                    <a:ext uri="{9D8B030D-6E8A-4147-A177-3AD203B41FA5}">
                      <a16:colId xmlns:a16="http://schemas.microsoft.com/office/drawing/2014/main" val="1094697830"/>
                    </a:ext>
                  </a:extLst>
                </a:gridCol>
                <a:gridCol w="469025">
                  <a:extLst>
                    <a:ext uri="{9D8B030D-6E8A-4147-A177-3AD203B41FA5}">
                      <a16:colId xmlns:a16="http://schemas.microsoft.com/office/drawing/2014/main" val="2298125245"/>
                    </a:ext>
                  </a:extLst>
                </a:gridCol>
                <a:gridCol w="622738">
                  <a:extLst>
                    <a:ext uri="{9D8B030D-6E8A-4147-A177-3AD203B41FA5}">
                      <a16:colId xmlns:a16="http://schemas.microsoft.com/office/drawing/2014/main" val="3057315021"/>
                    </a:ext>
                  </a:extLst>
                </a:gridCol>
                <a:gridCol w="673975">
                  <a:extLst>
                    <a:ext uri="{9D8B030D-6E8A-4147-A177-3AD203B41FA5}">
                      <a16:colId xmlns:a16="http://schemas.microsoft.com/office/drawing/2014/main" val="399189717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458658429"/>
                    </a:ext>
                  </a:extLst>
                </a:gridCol>
                <a:gridCol w="646387">
                  <a:extLst>
                    <a:ext uri="{9D8B030D-6E8A-4147-A177-3AD203B41FA5}">
                      <a16:colId xmlns:a16="http://schemas.microsoft.com/office/drawing/2014/main" val="148264518"/>
                    </a:ext>
                  </a:extLst>
                </a:gridCol>
                <a:gridCol w="559675">
                  <a:extLst>
                    <a:ext uri="{9D8B030D-6E8A-4147-A177-3AD203B41FA5}">
                      <a16:colId xmlns:a16="http://schemas.microsoft.com/office/drawing/2014/main" val="872216712"/>
                    </a:ext>
                  </a:extLst>
                </a:gridCol>
                <a:gridCol w="681859">
                  <a:extLst>
                    <a:ext uri="{9D8B030D-6E8A-4147-A177-3AD203B41FA5}">
                      <a16:colId xmlns:a16="http://schemas.microsoft.com/office/drawing/2014/main" val="1143703948"/>
                    </a:ext>
                  </a:extLst>
                </a:gridCol>
                <a:gridCol w="777201">
                  <a:extLst>
                    <a:ext uri="{9D8B030D-6E8A-4147-A177-3AD203B41FA5}">
                      <a16:colId xmlns:a16="http://schemas.microsoft.com/office/drawing/2014/main" val="538047892"/>
                    </a:ext>
                  </a:extLst>
                </a:gridCol>
                <a:gridCol w="596338">
                  <a:extLst>
                    <a:ext uri="{9D8B030D-6E8A-4147-A177-3AD203B41FA5}">
                      <a16:colId xmlns:a16="http://schemas.microsoft.com/office/drawing/2014/main" val="205682500"/>
                    </a:ext>
                  </a:extLst>
                </a:gridCol>
                <a:gridCol w="494675">
                  <a:extLst>
                    <a:ext uri="{9D8B030D-6E8A-4147-A177-3AD203B41FA5}">
                      <a16:colId xmlns:a16="http://schemas.microsoft.com/office/drawing/2014/main" val="741964041"/>
                    </a:ext>
                  </a:extLst>
                </a:gridCol>
                <a:gridCol w="567559">
                  <a:extLst>
                    <a:ext uri="{9D8B030D-6E8A-4147-A177-3AD203B41FA5}">
                      <a16:colId xmlns:a16="http://schemas.microsoft.com/office/drawing/2014/main" val="3035948248"/>
                    </a:ext>
                  </a:extLst>
                </a:gridCol>
                <a:gridCol w="726780">
                  <a:extLst>
                    <a:ext uri="{9D8B030D-6E8A-4147-A177-3AD203B41FA5}">
                      <a16:colId xmlns:a16="http://schemas.microsoft.com/office/drawing/2014/main" val="2104600450"/>
                    </a:ext>
                  </a:extLst>
                </a:gridCol>
                <a:gridCol w="596338">
                  <a:extLst>
                    <a:ext uri="{9D8B030D-6E8A-4147-A177-3AD203B41FA5}">
                      <a16:colId xmlns:a16="http://schemas.microsoft.com/office/drawing/2014/main" val="4293978946"/>
                    </a:ext>
                  </a:extLst>
                </a:gridCol>
                <a:gridCol w="596338">
                  <a:extLst>
                    <a:ext uri="{9D8B030D-6E8A-4147-A177-3AD203B41FA5}">
                      <a16:colId xmlns:a16="http://schemas.microsoft.com/office/drawing/2014/main" val="2457389154"/>
                    </a:ext>
                  </a:extLst>
                </a:gridCol>
              </a:tblGrid>
              <a:tr h="456913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Brunting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Bristol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Vehicle Solutions Leeds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Leeds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Colchester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Wimbledon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Vehicle Solutions Coventry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Manchester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Plymouth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Washington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Northampton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Mansfield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Shotts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ManheimOnline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Birmingham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Gloucester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Haydock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305249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256568"/>
                  </a:ext>
                </a:extLst>
              </a:tr>
              <a:tr h="20523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353920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909920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3090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1662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444603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3984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2534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2144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9276434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2027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4945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3144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3037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346619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2028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5962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3791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3662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3208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2754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687264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2029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7029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4469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4317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3782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3247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0298508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2030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8140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5176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4999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4379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3760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342008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2031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9291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5908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5706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4999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4292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079571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2032</a:t>
                      </a:r>
                    </a:p>
                  </a:txBody>
                  <a:tcPr marL="3435" marR="3435" marT="3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10478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6663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6435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5638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4841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2677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2506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2107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1424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1310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1082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1025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683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569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</a:t>
                      </a:r>
                    </a:p>
                  </a:txBody>
                  <a:tcPr marL="3435" marR="3435" marT="3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743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23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7C5B-40B3-3C46-B7C0-04D709EB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BEV and PHEV forecasts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A5E58-5D36-C743-9A20-191B041F48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Branch Forecasts for BEV – Using current volume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91F73-7AFA-3800-19E2-AA947F359DA8}"/>
              </a:ext>
            </a:extLst>
          </p:cNvPr>
          <p:cNvSpPr txBox="1"/>
          <p:nvPr/>
        </p:nvSpPr>
        <p:spPr>
          <a:xfrm>
            <a:off x="248307" y="5340569"/>
            <a:ext cx="65469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Note:</a:t>
            </a:r>
          </a:p>
          <a:p>
            <a:r>
              <a:rPr lang="en-GB" sz="1100" dirty="0"/>
              <a:t>The branch forecasts is done for BEV using mid values and upper bound values of the Manheim Market Share 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664F860-1015-2F88-E4D2-B1EDC85191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4584272"/>
              </p:ext>
            </p:extLst>
          </p:nvPr>
        </p:nvGraphicFramePr>
        <p:xfrm>
          <a:off x="199150" y="1086543"/>
          <a:ext cx="5674119" cy="41791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C25BA0A-E0CD-2CF4-7875-B566A2E875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272075"/>
              </p:ext>
            </p:extLst>
          </p:nvPr>
        </p:nvGraphicFramePr>
        <p:xfrm>
          <a:off x="5734707" y="1146727"/>
          <a:ext cx="6254968" cy="4058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35889038"/>
      </p:ext>
    </p:extLst>
  </p:cSld>
  <p:clrMapOvr>
    <a:masterClrMapping/>
  </p:clrMapOvr>
</p:sld>
</file>

<file path=ppt/theme/theme1.xml><?xml version="1.0" encoding="utf-8"?>
<a:theme xmlns:a="http://schemas.openxmlformats.org/drawingml/2006/main" name="2017 Cox Automotive Template-widescreen">
  <a:themeElements>
    <a:clrScheme name="Custom 1">
      <a:dk1>
        <a:srgbClr val="494949"/>
      </a:dk1>
      <a:lt1>
        <a:srgbClr val="FFFFFF"/>
      </a:lt1>
      <a:dk2>
        <a:srgbClr val="003661"/>
      </a:dk2>
      <a:lt2>
        <a:srgbClr val="00518A"/>
      </a:lt2>
      <a:accent1>
        <a:srgbClr val="A8AAAC"/>
      </a:accent1>
      <a:accent2>
        <a:srgbClr val="0585C8"/>
      </a:accent2>
      <a:accent3>
        <a:srgbClr val="5B9C49"/>
      </a:accent3>
      <a:accent4>
        <a:srgbClr val="00B1C2"/>
      </a:accent4>
      <a:accent5>
        <a:srgbClr val="7F8285"/>
      </a:accent5>
      <a:accent6>
        <a:srgbClr val="F99D20"/>
      </a:accent6>
      <a:hlink>
        <a:srgbClr val="C33B30"/>
      </a:hlink>
      <a:folHlink>
        <a:srgbClr val="FCC52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F3263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19400 Cox Automotive PPT Template v5" id="{846DFCB8-49EA-D54C-B9A8-0C342DB8B318}" vid="{1AAF97A2-9D76-BC48-861B-AC560D45F0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AA71B6DA2B51438090ECD77405A65E" ma:contentTypeVersion="12" ma:contentTypeDescription="Create a new document." ma:contentTypeScope="" ma:versionID="0222f4d0fdf4717ae7dcc7a841640730">
  <xsd:schema xmlns:xsd="http://www.w3.org/2001/XMLSchema" xmlns:xs="http://www.w3.org/2001/XMLSchema" xmlns:p="http://schemas.microsoft.com/office/2006/metadata/properties" xmlns:ns2="7722d711-0801-4c54-ac6a-9ffe14e55f45" xmlns:ns3="3dbd27bf-4b66-4467-ae00-c88d7c013693" targetNamespace="http://schemas.microsoft.com/office/2006/metadata/properties" ma:root="true" ma:fieldsID="8892fa0d887c07849e379af6bcfa82ac" ns2:_="" ns3:_="">
    <xsd:import namespace="7722d711-0801-4c54-ac6a-9ffe14e55f45"/>
    <xsd:import namespace="3dbd27bf-4b66-4467-ae00-c88d7c0136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22d711-0801-4c54-ac6a-9ffe14e55f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bd27bf-4b66-4467-ae00-c88d7c01369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12E8DCC-7050-4AA6-9B37-4250716A9F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22d711-0801-4c54-ac6a-9ffe14e55f45"/>
    <ds:schemaRef ds:uri="3dbd27bf-4b66-4467-ae00-c88d7c0136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4B947F-C0C2-4807-84FE-CB689A6C63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567950-FFED-40BC-99C0-42594DEED98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CAI 2021</Template>
  <TotalTime>4014</TotalTime>
  <Words>2216</Words>
  <Application>Microsoft Office PowerPoint</Application>
  <PresentationFormat>Custom</PresentationFormat>
  <Paragraphs>1411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 Light</vt:lpstr>
      <vt:lpstr>Courier New</vt:lpstr>
      <vt:lpstr>Arial</vt:lpstr>
      <vt:lpstr>Wingdings</vt:lpstr>
      <vt:lpstr>Calibri</vt:lpstr>
      <vt:lpstr>2017 Cox Automotive Template-widescreen</vt:lpstr>
      <vt:lpstr>BEV and PHEV forecasts</vt:lpstr>
      <vt:lpstr>BEV and PHEV forecasts</vt:lpstr>
      <vt:lpstr>BEV and PHEV forecasts</vt:lpstr>
      <vt:lpstr>BEV and PHEV forecasts</vt:lpstr>
      <vt:lpstr>BEV and PHEV forecasts</vt:lpstr>
      <vt:lpstr>EV forecasts</vt:lpstr>
      <vt:lpstr>BEV and PHEV forecasts</vt:lpstr>
      <vt:lpstr>BEV and PHEV forecasts</vt:lpstr>
      <vt:lpstr>BEV and PHEV forecasts</vt:lpstr>
      <vt:lpstr>BEV and PHEV forecasts</vt:lpstr>
      <vt:lpstr>BEV and PHEV forecasts</vt:lpstr>
      <vt:lpstr>BEV and PHEV forecasts</vt:lpstr>
    </vt:vector>
  </TitlesOfParts>
  <Manager/>
  <Company>Cox Automotive Inc.  - Europe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v.10 May 21</dc:subject>
  <dc:creator>Cox Automotive Inc.</dc:creator>
  <cp:keywords/>
  <dc:description/>
  <cp:lastModifiedBy>Gupta, Prashansa (CAI - Home Based/Remote)</cp:lastModifiedBy>
  <cp:revision>149</cp:revision>
  <cp:lastPrinted>2017-03-21T09:59:05Z</cp:lastPrinted>
  <dcterms:created xsi:type="dcterms:W3CDTF">2020-06-25T12:55:28Z</dcterms:created>
  <dcterms:modified xsi:type="dcterms:W3CDTF">2022-07-18T11:42:17Z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0x0101002BAA71B6DA2B51438090ECD77405A65E</vt:lpwstr>
  </property>
</Properties>
</file>